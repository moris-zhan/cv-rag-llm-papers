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零樣本 ACC</c:v>
                </c:pt>
              </c:strCache>
            </c:strRef>
          </c:tx>
          <c:spPr>
            <a:solidFill>
              <a:srgbClr val="B8C4CE"/>
            </a:solidFill>
          </c:spPr>
          <c:cat>
            <c:strRef>
              <c:f>Sheet1!$A$2:$A$4</c:f>
              <c:strCache>
                <c:ptCount val="3"/>
                <c:pt idx="0">
                  <c:v>InstructBlip-7B</c:v>
                </c:pt>
                <c:pt idx="1">
                  <c:v>LLaVA-1.5-7B</c:v>
                </c:pt>
                <c:pt idx="2">
                  <c:v>LLaVA-1.5-13B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0.31</c:v>
                </c:pt>
                <c:pt idx="1">
                  <c:v>0.42</c:v>
                </c:pt>
                <c:pt idx="2">
                  <c:v>0.53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微調 ACC</c:v>
                </c:pt>
              </c:strCache>
            </c:strRef>
          </c:tx>
          <c:spPr>
            <a:solidFill>
              <a:srgbClr val="1B5E7A"/>
            </a:solidFill>
          </c:spPr>
          <c:cat>
            <c:strRef>
              <c:f>Sheet1!$A$2:$A$4</c:f>
              <c:strCache>
                <c:ptCount val="3"/>
                <c:pt idx="0">
                  <c:v>InstructBlip-7B</c:v>
                </c:pt>
                <c:pt idx="1">
                  <c:v>LLaVA-1.5-7B</c:v>
                </c:pt>
                <c:pt idx="2">
                  <c:v>LLaVA-1.5-13B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0.47</c:v>
                </c:pt>
                <c:pt idx="1">
                  <c:v>0.58</c:v>
                </c:pt>
                <c:pt idx="2">
                  <c:v>0.63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零樣本 ACC(F)</c:v>
                </c:pt>
              </c:strCache>
            </c:strRef>
          </c:tx>
          <c:spPr>
            <a:solidFill>
              <a:srgbClr val="E8C9A8"/>
            </a:solidFill>
          </c:spPr>
          <c:cat>
            <c:strRef>
              <c:f>Sheet1!$A$2:$A$4</c:f>
              <c:strCache>
                <c:ptCount val="3"/>
                <c:pt idx="0">
                  <c:v>InstructBlip-7B</c:v>
                </c:pt>
                <c:pt idx="1">
                  <c:v>LLaVA-1.5-7B</c:v>
                </c:pt>
                <c:pt idx="2">
                  <c:v>LLaVA-1.5-13B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0.04</c:v>
                </c:pt>
                <c:pt idx="1">
                  <c:v>0.1</c:v>
                </c:pt>
                <c:pt idx="2">
                  <c:v>0.01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微調 ACC(F)</c:v>
                </c:pt>
              </c:strCache>
            </c:strRef>
          </c:tx>
          <c:spPr>
            <a:solidFill>
              <a:srgbClr val="C2662D"/>
            </a:solidFill>
          </c:spPr>
          <c:cat>
            <c:strRef>
              <c:f>Sheet1!$A$2:$A$4</c:f>
              <c:strCache>
                <c:ptCount val="3"/>
                <c:pt idx="0">
                  <c:v>InstructBlip-7B</c:v>
                </c:pt>
                <c:pt idx="1">
                  <c:v>LLaVA-1.5-7B</c:v>
                </c:pt>
                <c:pt idx="2">
                  <c:v>LLaVA-1.5-13B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0.45</c:v>
                </c:pt>
                <c:pt idx="1">
                  <c:v>0.44</c:v>
                </c:pt>
                <c:pt idx="2">
                  <c:v>0.43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5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這篇是 UC Santa Cruz 團隊在 NeurIPS 2024 發表的論文。出發點是視障者用手機拍照問問題時，常常拍歪、目標物只拍到一半。人類助手會說「往右一點」，但 VLM 通常只會硬答或說無法回答。作者定義了一個新任務、建了一個人工標註的評測集，並提出自動合成訓練資料的方法。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1 是三個例子：拍到房號，就直接回答；目標物只拍到一部分，就請使用者往右移；問衣服顏色但畫面裡沒有衣服，移動相機也沒用。作者把這類能力放在一個三層的認知架構：第一層是用已知資訊回答，第二層是知道自己不知道，第三層是知道去哪裡找答案。過去像 VizWiz 的研究多半做到第二層，也就是判斷能不能回答。這篇要處理第三層，難處在於幾乎沒有這種資料。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務的輸入是一張圖和一個問題，模型要從六個選項中選一個：不用動、往左右上下移、或移動也沒用。作者強調這不是單純的影像品質偵測。例如問「這是什麼顏色」，即使照片拍歪了，只要顏色看得到，正確答案就是不用動。評估指標是 F1、整體正確率，以及只看四個方向類別的正確率 ACC(F)。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評測集來自 VizWiz，也就是視障者實際拍照提問的資料。作者取驗證集中所有無法回答的樣本，約 1,400 筆，請 26 位標註者判斷是否拍歪、該往哪裡移。清理後得到 291 筆可透過移動解決的樣本、230 筆移動也沒用的樣本，有分歧的就丟掉。再補 300 筆可直接回答的樣本，共 821 筆。方向以左右為主，左 38.5%、右 29.6%。作者承認規模不大，原因是拍歪的照片在一般資料集很少見。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訓練資料完全自動產生。作者拿有標註目標物位置的 VizWiz-grounding 資料，先確認模型答得出來，再把影像往某個方向裁切。如果裁切後模型還是答對，標成不用動；如果答錯，就代表裁掉的部分是關鍵，標籤是相反方向。例如往右裁，標籤就是往左移。「移動也沒用」的樣本，則是用 GPT-4 把「這是什麼」改寫成更具體的問題，例如「這台筆電是什麼顏色」，再配上不相關的照片。注意判斷答對答錯的是被訓練的模型本身，所以每個模型會有自己的訓練集。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被微調的是 InstructBlip-7B、LLaVA-1.5 的 7B 和 13B，用 LoRA。GPT-4o 和 GPT-4v 只做零樣本，當作強基線。7B 模型用兩輪提示：先問需不需要移動，需要的話再問方向；13B 和 GPT-4o 直接六選一。另外作者也試了只用 CLIP 加一層線性分類器，看不用語言模型能不能做到。訓練變因有兩個：裁切比例的範圍，以及是否打亂選項字母。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上排是零樣本。三個開源模型很少選方向，大多判成不用動或移動也沒用；就算選了方向，左右也常常搞反。GPT-4o 好一些，但方向之間仍常混淆。所有模型在「移動也沒用」這一類都表現不錯。下排是微調後，四個方向出現明顯的對角線。作者特別提到，相反方向的錯誤減少很重要，因為給視障者相反的指示會讓情況更糟。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這頁整理 Table 1。灰色和藍色是整體正確率，淺橘和橘色是只看四個方向類別的正確率。零樣本時，開源模型的方向正確率幾乎是零，LLaVA-1.5-13B 只有 0.01；微調後三個模型都到 0.43 到 0.45。整體正確率最好的是微調後的 LLaVA-1.5-13B，0.63，比 GPT-4o 零樣本的 0.60 高 3 個百分點，這就是摘要說的「超越 GPT-4o」。GPT-4o 沒有微調結果，所以只寫在右側文字。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左表是不同訓練設定下的整體正確率。三個模型都在「不打亂、擾動 0.1 到 0.9」時最好。打亂選項字母則沒有一致的效果。右表是 LLaVA-1.5-7B 的細分消融。裁切太輕，例如 0.1 到 0.3，模型大多還是答得對，產生的方向樣本太少，F1 只有 0.19；裁切到 0.7 到 0.9，方向正確率反而略降，作者認為資訊丟太多、太難學。寬範圍 0.1 到 0.9 在多樣性和難度之間取得平衡。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總結：這篇把 VLM 的自我認知往前推了一層，從「知道自己不知道」到「知道去哪找」，而且訓練資料可以從既有的 VQA 加定位標註自動產生。限制方面，作者自己承認只處理單一方向、沒有移動幅度，評測集也不大，結果還不足以用在高風險場景。另外我注意到，前言說最好的模型比 GPT-4o（CoT）高 3%，但第五節寫 GPT-4o 用的是單輪提示，兩處描述不一致，報告時以表格數字為準。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CV · VLM 評測與資料合成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Right this way：VLM 能引導我們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「多看一點」來回答問題嗎？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定義方向引導（Directional Guidance）任務：資訊不足時，VLM 要告訴使用者相機該往哪移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Li Liu, Diji Yang, Sijia Zhong, Kalyana Suma Sree Tholeti, Lei Ding, Yi Zhang, Leilani H. Gilpin｜University of California, Santa Cruz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NeurIPS 2024 · arXiv:2411.00394v1 · 資料與程式：github.com/LeoLee7/Directional_guidance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研究動機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人遇到資訊不足會去找更多資訊；VLM 通常直接作答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task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56" y="1371600"/>
            <a:ext cx="8048382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1656" y="3547872"/>
            <a:ext cx="8048382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1：三種情況——可直接回答、需要移動相機、移動相機也沒幫助。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作者提出的三層認知階層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89120"/>
            <a:ext cx="3454298" cy="9144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53128"/>
            <a:ext cx="3088538" cy="82296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 知道已知　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用現有資訊產生回答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4389120"/>
            <a:ext cx="3454298" cy="9144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1578" y="4453128"/>
            <a:ext cx="3088538" cy="82296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2 知道未知　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察覺資訊不足、無法回答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4389120"/>
            <a:ext cx="3454298" cy="9144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1636" y="4453128"/>
            <a:ext cx="3088538" cy="82296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3 知道去哪找　</a:t>
            </a:r>
            <a:r>
              <a:rPr sz="1450" b="0" i="0">
                <a:solidFill>
                  <a:srgbClr val="FFFFFF"/>
                </a:solidFill>
                <a:latin typeface="Calibri"/>
                <a:ea typeface="Microsoft JhengHei"/>
                <a:cs typeface="Microsoft JhengHei"/>
              </a:rPr>
              <a:t>指出取得缺少資訊的方向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既有研究多停在前兩層；第三層缺少同時具備兩種能力的資料。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§1、§3、Figure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方向引導任務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任務定義：把方向引導格式化為六選一的選擇題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463040"/>
            <a:ext cx="11094415" cy="1143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10545775" cy="9601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&lt;image&gt;{原始問題} To improve the image and answer the question, how should the camera be moved?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A. Leave it unchanged.　B. Left.　C. Right.　D. Up.　E. Down.　F. None of the other options.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880360"/>
          <a:ext cx="11094415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/>
                <a:gridCol w="5608015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選項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意義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圖中代號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Leave it unchanged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目前影像已有回答所需的全部資訊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Left／Right／Up／Down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目標物只拍到一部分，需要往該方向調整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up、down、left、right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None of the other options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移動相機也無法回答（問題模糊或目標物不在場景中）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關鍵在判斷拍歪是否影響回答「這個問題」，與單純的影像品質偵測不同。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§4.1、§4.3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評測資料集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評測集：821 筆真實視障者照片，人工標註移動方向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dire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2135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34111"/>
            <a:ext cx="676656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3：四個方向的分布（a）與各方向範例（b–e）。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1463040"/>
          <a:ext cx="3962095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56255"/>
                <a:gridCol w="100584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筆數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需要移動（四個方向）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移動也無法回答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230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不用動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合計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821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1109441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來源：VizWiz 驗證集中全部約 1.4K 筆無法回答的樣本（避免訓練集可能已被預訓練看過）；26 位標註者標方向，只保留意見一致者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「不用動」類：從 VizWiz-grounding 測試集隨機取 300 筆可回答樣本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方向分布：左 38.5%、右 29.6%、下 17.2%、上 14.8%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§4.2、§5.1、Figure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合成訓練資料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訓練資料：裁切可回答的影像來模擬拍歪，答錯就標成反向移動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trainset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052" y="1371600"/>
            <a:ext cx="833159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0052" y="3502151"/>
            <a:ext cx="833159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2：訓練資料生成流程。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5486400" cy="1554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從 VizWiz-grounding 驗證集取模型答對的樣本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把目標物的框切成 10 區，依擾動範圍往某方向裁切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裁切後仍答對 → 不用動；答錯 → 標成反向移動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840480"/>
            <a:ext cx="5242255" cy="1554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「移動也沒用」類：GPT-4 改寫問題後與無關影像配對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對「不用動」類降採樣，平衡六個類別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隨機打亂選項字母，避免記住字母分布；LoRA 微調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§4.2、§4.3、Algorithm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模型與設定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實驗設定：三個開源 VLM 微調，與 GPT-4o 零樣本及 CLIP 線性探測比較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852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1840"/>
                <a:gridCol w="4206240"/>
                <a:gridCol w="359633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零樣本設定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微調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InstructBlip-7B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兩輪提示（先判斷是否需移動，再選方向）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LLaVA-1.5-7B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兩輪提示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LLaVA-1.5-13B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單輪提示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LoRA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GPT-4o、GPT-4v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單輪提示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CLIP ViT-L-336px + 線性探測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以 LLaVA-1.5-13B 產生的訓練資料訓練分類頭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94415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擾動範圍：0.3–0.7 與 0.1–0.9（裁切比例）；另比較是否打亂選項字母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損失只計算選項字母與結束符號；零樣本輸出格式不符者排除（少於 10 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§4.3、§5.1–5.2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預測混淆矩陣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零樣本模型傾向迴避方向選項；微調後對角線明顯浮現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4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675120" cy="3904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48789"/>
            <a:ext cx="667512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4：上排零樣本、下排微調。O＝不用動，X＝移動也沒用。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417320"/>
            <a:ext cx="4053535" cy="4023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零樣本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：開源模型多把需移動的樣本判成 O 或 X；即使選方向，也常選到相反方向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：方向預測較多，但方向內仍常混淆；X 類表現好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微調後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：方向類別出現清楚的對角線，相反方向的錯誤大幅減少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CLIP 線性探測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：仍難以給出有用的方向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§5.1–5.2、Figure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主要結果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微調後正確率追上 GPT-4o：LLaVA-1.5-13B 達 0.63，GPT-4o 為 0.60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37160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863840" y="1463040"/>
            <a:ext cx="0" cy="365760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046719" y="1417320"/>
            <a:ext cx="3596335" cy="39319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微調值取擾動 0.1–0.9、不打亂選項的設定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方向類正確率 ACC(F) 從 0.01–0.10 提升到 0.43–0.45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只有零樣本結果：ACC 0.60、ACC(F) 0.19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CLIP 線性探測 ACC 僅 0.31–0.32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隨機猜測的正確率約 16.6%；方向類正確率仍不到一半，距離可靠部署還有差距。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§5.2、Table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訓練設定分析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擾動範圍較寬（0.1–0.9）整體最佳；打亂選項沒有一致幫助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94944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不打亂 0.3–0.7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不打亂 0.1–0.9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打亂 0.3–0.7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打亂 0.1–0.9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InstructBlip-7B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0.47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LLaVA-1.5-7B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0.58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LLaVA-1.5-13B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0.63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CLIP + 線性探測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94760"/>
            <a:ext cx="69494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Table 1：整體正確率（ACC）。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463040"/>
          <a:ext cx="3779214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3040"/>
                <a:gridCol w="772058"/>
                <a:gridCol w="772058"/>
                <a:gridCol w="77205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擾動範圍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ACC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ACC(F)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0.1–0.3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0.3–0.5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0.38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0.5–0.7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0.7–0.9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0.40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3794760"/>
            <a:ext cx="37792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Table 2：LLaVA-1.5-7B 的細分擾動範圍消融。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1094415" cy="10972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裁切太輕：多數樣本仍答對，正向樣本少；裁切太重：資訊損失大、樣本難學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作者推測打亂選項在資料少時有正則化效果，資料多時反而增加學習難度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§6、Table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限制與結論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以低成本合成資料教 VLM「知道去哪找」，但仍是概念驗證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63040"/>
            <a:ext cx="5486400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貢獻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新任務：資訊不足時給出移動相機的方向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821 筆人工標註的真實視障者評測集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只需既有 VQA 與定位標註即可產生訓練資料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1463040"/>
            <a:ext cx="505937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C2662D"/>
                </a:solidFill>
                <a:latin typeface="Calibri"/>
                <a:ea typeface="Microsoft JhengHei"/>
                <a:cs typeface="Microsoft JhengHei"/>
              </a:rPr>
              <a:t>限制（作者自述）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011680"/>
            <a:ext cx="5059375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只處理移動方向，未涵蓋方向組合、移動幅度、縮放、曝光與對焦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只保留標註一致的樣本，評測集規模有限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實驗旨在驗證框架，不保證預測可靠，高風險場景需謹慎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摘要所稱 GPT-4o（CoT）與正文單輪提示的描述不一致（報告者補充）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延伸｜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方法可延伸到任何有定位標註的 VQA 資料，例如機器人追蹤目標物時的移動量估計。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Liu, Yang et al. · Right this way · NeurIPS 2024 · arXiv:2411.00394v1 · §7–8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