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總覽" id="{3b89f579-b17f-a111-6712-4c15db8aa094}">
          <p14:sldIdLst>
            <p14:sldId id="256"/>
            <p14:sldId id="257"/>
            <p14:sldId id="258"/>
          </p14:sldIdLst>
        </p14:section>
        <p14:section name="A｜ASUS UGen AI League" id="{16a25f0b-743a-42c0-7245-9c8646d561c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B｜2026 和泰 AI 黑客松" id="{dbf8352d-083b-9e9e-a2e6-df5b64965aaf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結語" id="{45c2e0bb-9d1b-5d78-596f-d282d6cdea12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比重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商業潛力與可行性</c:v>
                  </c:pt>
                  <c:pt idx="1">
                    <c:v>創新與創意</c:v>
                  </c:pt>
                  <c:pt idx="2">
                    <c:v>實用價值</c:v>
                  </c:pt>
                  <c:pt idx="3">
                    <c:v>敘事表達與展現力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+mn-lt"/>
              </a:rPr>
              <a:t>初賽｜線上書面評審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初賽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主題連結度</c:v>
                  </c:pt>
                  <c:pt idx="1">
                    <c:v>創意表現</c:v>
                  </c:pt>
                  <c:pt idx="2">
                    <c:v>提案可行性</c:v>
                  </c:pt>
                  <c:pt idx="3">
                    <c:v>AI 應用整合性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+mn-lt"/>
              </a:rPr>
              <a:t>決賽｜現場 Demo＋Prototype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決賽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提案可行性</c:v>
                  </c:pt>
                  <c:pt idx="1">
                    <c:v>AI 應用整合性</c:v>
                  </c:pt>
                  <c:pt idx="2">
                    <c:v>商業應用價值</c:v>
                  </c:pt>
                  <c:pt idx="3">
                    <c:v>作品完成度</c:v>
                  </c:pt>
                  <c:pt idx="4">
                    <c:v>簡報表達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+mn-lt"/>
              </a:rPr>
              <a:t>各獎項單隊獎金（新台幣萬元）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單隊獎金（萬元）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0&quot;萬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冠軍 ×1</c:v>
                  </c:pt>
                  <c:pt idx="1">
                    <c:v>亞軍 ×1</c:v>
                  </c:pt>
                  <c:pt idx="2">
                    <c:v>季軍 ×1</c:v>
                  </c:pt>
                  <c:pt idx="3">
                    <c:v>潛力新星獎 ×4</c:v>
                  </c:pt>
                  <c:pt idx="4">
                    <c:v>佳作 ×8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</c:ser>
        <c:dLbls>
          <c:numFmt formatCode="0&quot;萬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黑客松競賽情報｜資料來源：競賽官方網站（擷取於 2026/10/08）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COMPETITION BRIEF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515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AI 黑客松競賽情報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 AI League 創新黑客松  ×  2026 和泰 AI 黑客松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42900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70332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83680" y="370332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 AI League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114800"/>
            <a:ext cx="39319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2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 ASUS｜協辦 Intel、Hailo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2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 AI／Agentic AI 軟硬整合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2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總獎金池逾 USD 20,000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和泰 AI 黑客松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4114800"/>
            <a:ext cx="39319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2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 和泰汽車｜7 道集團企業命題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2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GenAI × 大數據 × 移動服務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2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總獎金逾新台幣 100 萬元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資料擷取日 2026/10/08｜兩項賽事 Stage I／初賽皆於 2026/10/14 截止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兩項賽事一頁比較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ASUS UGen AI League 創新黑客松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和泰 AI 黑客松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主辦／協辦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華碩電腦；協辦 Intel、Hailo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和泰汽車；合作夥伴 Google Cloud；承辦 獎金獵人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核心命題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Creator／Workplace／Everyday AI，搭配兩種運算平台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道集團品牌真實命題（TOYOTA、LEXUS、HINO、iRent、yoxi、去趣）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全球年滿 18 歲大專生、研究生、開發者與專業人士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高中職、大專生及社會人士；隊長須具中華民國國籍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隊伍人數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1–5 人（可個人）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2–5 人（不可個人）＋最多 2 位指導老師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初賽截止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2026/10/14（三）17:00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2026/10/14（三）13:00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初賽繳件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英文提案簡報 ≤ 20 頁＋英文影片 ≤ 3 分鐘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簡報 ≤ 15 頁＋說明影片 ≤ 3 分鐘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2026/12/19 ASUS 總部（線上組遠端評選）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2026/11/21 現場簡報＋ Prototype Demo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總獎金池 &gt; USD 20,000（冠軍最高 USD 5,000＋加碼）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總獎金 &gt; NT$1,000,000（冠軍 NT$300,000）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時間只剩 6 天：兩項初賽同日截止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35661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天（自 10/08 起算）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3566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兩項賽事初賽都在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2026/10/14（三）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645920"/>
            <a:ext cx="594360" cy="59436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 AI 黑客松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13:00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291840"/>
            <a:ext cx="30175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隊長登入「投稿紀錄」上傳 PDF 簡報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 3 分鐘 YouTube（不公開）影片連結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步驟一＋步驟二須皆於截止前完成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截止後才統一審核資格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645920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 AI League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17:00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291840"/>
            <a:ext cx="30175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英文提案簡報（正文 ≤ 20 頁）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英文展演影片 ≤ 3 分鐘，YouTube 知道連結者可看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 GitHub 原始碼專案連結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比賽時區 Asia/Taipei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03120"/>
            <a:ext cx="1005840" cy="10058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057400"/>
            <a:ext cx="9144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 AI League 創新黑客松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從具體痛點出發，打造可運行、可驗證的 AI 應用原型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contest.bhuntr.com/tw/39jg9vimiynrhlksze/home/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競賽緣起：從 AI 能跑，到 AI 落地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76656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終端算力躍升、模型輕量化、部署工具成熟：開發者可依效能、資料架構、隱私與情境，自由選擇雲端、裝置端或混合架構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硬體效能不再是瓶頸，下一步是把多元 AI 技術變成「直擊痛點」的落地應用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期待團隊從一個具體痛點出發，打造可運行、可驗證的原型；無論 Edge AI 或 Enterprise AI，最終孵化成具商業價值的解決方案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137160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主辦單位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20240"/>
            <a:ext cx="3383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華碩電腦股份有限公司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ASUSTeK Computer Inc.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365760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協辦單位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 Corporation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Hailo Technologies Ltd.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三大主題方向：任一主題可搭配任一運算平台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Creator AI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創作體驗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讓創作靈感更即時地轉化為成果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1480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發想舉例：智慧影像處理與即時渲染、資料整理、使用者或物件屬性的情境感知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Workplace AI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工作場域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提升工作場域的效率與安全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11480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發想舉例：訪客監控、安全帽偵測、實驗室樣本溫度分析、視覺品質檢測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Everyday AI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日常生活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將低功耗智慧落實於居家與日常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11480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發想舉例：兒童與寵物行為偵測、智慧穿搭建議、姿勢監測等個人化工具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每隊選一個主題 + 一個運算平台（賽道），僅能以一件作品報名一個運算平台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兩大賽道：依算力需求選擇運算平台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Lightning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輕量運算組｜ASUS UGen300 AI Accelerator（M.2 或 USB）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9377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搭載 Hailo-10H AI 晶片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 40 TOPS（INT4）＋ 8GB 專屬記憶體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150+ 種預訓練模型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適合本地推論、影像辨識、情境感知等 Edge AI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II：每隊獲贈一台 UGen300，賽後無須歸還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Thunderstorm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高效開發組｜ASUS UGen Intel Arc Pro B70 32GB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97480"/>
            <a:ext cx="49377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 367 TOPS（INT8）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32GB 記憶體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適合高算力、大型代理式 AI（Agentic AI）工作負載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II：主辦提供虛擬主機，透過 SDV 系統開發驗證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實體組可另約 ASUS 總部測試空間實機驗證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完整硬體規格、系統需求、開發工具與資源取得方式，見競賽網站「運算平台說明」專頁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參賽資格、組隊規則與兩種參賽形式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參加資格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40233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開放全球年滿 18 歲之大專院校學生、研究生、開發者及各領域專業人士；國籍不限。需具備 AI 模型佈署與軟硬體整合基本能力，以完成 Stage II 實機／指定環境驗證。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組隊規則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40233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 1–5 人，個人或團體皆可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歡迎跨背景、跨專業、跨院校組隊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每人限一件作品，不得重複報名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  <a:gridCol w="2697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國際線上組 Global Online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實體競賽組 Onsite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決賽形式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提案簡報＋實機展演影片＋GitHub 遠端評選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另須於 ASUS 總部現場提案、問答與實機展演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是否到場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無須到場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2026/12/19（六）親赴 ASUS 總部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入圍名額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每賽道前 5 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每賽道前 5 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937760" y="4434840"/>
            <a:ext cx="6675120" cy="1234440"/>
          </a:xfrm>
          <a:prstGeom prst="roundRect">
            <a:avLst>
              <a:gd name="adj" fmla="val 8889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4572000"/>
            <a:ext cx="6263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報名限制：每隊只能選一個賽道，並在該賽道下擇一參賽形式；不得跨賽道、跨組別或重複報名。參賽形式只影響決賽繳交與評選方式。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賽程：兩階段，從方案海選到實機決賽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607040" cy="0"/>
          </a:xfrm>
          <a:prstGeom prst="line">
            <a:avLst/>
          </a:prstGeom>
          <a:noFill/>
          <a:ln w="25400">
            <a:solidFill>
              <a:srgbClr val="C5CE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9/4（五）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線上徵件開跑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9/30（三）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× Hailo、ASUS × Intel 技術線上說明會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2542032"/>
            <a:ext cx="402336" cy="40233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10/14（三）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 提案截止 17:00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10/26（一）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公布入圍；寄送 UGen300、開放 SDV 與總部測試空間預約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11/6–12/4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 開發期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12/4（五）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國際線上組決賽提交截止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97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12/10（四）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實體組決賽簡報截止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5613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61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12/19（六）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決賽暨頒獎典禮（ASUS 總部立功大樓）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8463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4937760"/>
            <a:ext cx="50292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I｜方案海選：繳交企劃書與設計概念架構，不限指定硬體（筆電、SBC、虛擬主機皆可模擬）。每賽道選 10 隊（線上 5＋實體 5），共 20 隊晉級。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937760"/>
            <a:ext cx="50292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II｜實機開發與決賽：必須使用所選賽道的指定平台與主辦開發環境，完成原型開發、軟硬體整合與效能驗證，依參賽形式繳交成果。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 初賽繳件規範（10/14 截止）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035040" cy="4754880"/>
          </a:xfrm>
          <a:prstGeom prst="roundRect">
            <a:avLst>
              <a:gd name="adj" fmla="val 230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72768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提案簡報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5577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全份英文；正文 ≤ 20 頁（附錄不計）。必須涵蓋：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55778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情境背景與問題定義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解決方案（採用之工具、技術與方法論）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軟硬體架構設計與系統規劃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預期效益與產出成果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參考文獻與 GitHub 原始碼專案連結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32588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0" y="155448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1572768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實機展演影片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2976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英文說明為主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 3 分鐘以內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說明提案構想與功能操作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 YouTube，設定「知道連結者可觀看」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繳件時提供網址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決賽繳件：線上組 vs. 實體組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國際線上組｜12/4 截止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50292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英文決賽簡報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實機展演影片 ≤ 10 分鐘，英文說明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Lightning：須呈現 UGen300 實際運作畫面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Thunderstorm：須呈現虛擬環境／SDV 系統實際操作與驗證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GitHub：系統架構圖、README、模型資訊、效能驗證資料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12/19 與實體組同步公布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實體競賽組｜12/19 現場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57400"/>
            <a:ext cx="48463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英文決賽簡報 12/10 前繳交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舞台提案說明、評審問答、成果展演（口說不限英文）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技術審核：提交 GitHub 文件，評審可抽驗程式邏輯、README 與硬體整合細節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地點：ASUS 總部立功大樓（臺北市北投區立德路 115 號）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得獎結果現場公布，同日頒獎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評分標準：商業潛力與可行性最重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9494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商業潛力與可行性 35%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軟硬體架構是否可實施、預期成果是否可達成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創新與創意 30%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83464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概念原創性，以及硬體整合方案的獨特性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實用價值 25%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393192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所解決問題的實質意義與終端使用者採用可能性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敘事表達與展現力 10%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502920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說明的感染力、流暢度與視覺傳達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580644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評審：UGen AI League Committee（ASUS、Intel、Hailo AI 專家）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獎項與獎金：總獎金池逾 USD 20,000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83080"/>
                <a:gridCol w="196596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獎項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Battlefield Lightning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Battlefield Thunderstorm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實體組加碼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冠軍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4,500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1,000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最佳創新獎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1,700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200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最佳硬體整合獎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1,700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200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最佳商業潛力獎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1,700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200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371600"/>
            <a:ext cx="3749040" cy="2834640"/>
          </a:xfrm>
          <a:prstGeom prst="roundRect">
            <a:avLst>
              <a:gd name="adj" fmla="val 38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6,000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468880"/>
            <a:ext cx="3383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單一隊伍最高可得：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Thunderstorm 冠軍 USD 5,000＋實體組加碼 USD 1,000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26280"/>
            <a:ext cx="109728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同賽道的線上組與實體組合併評選、共同競逐獎項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每位獲獎者另獲 ASUS Certificate of Achievement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作品不足或未達標準，得由過半數評審決議從缺或調整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作品規範、智財授權與稅務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原創與權利擔保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017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限未曾公開發表、參賽、展出或獲獎之作品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須合法擁有圖片、文字、程式碼、模型、資料等素材使用權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不得含暴力、色情、侵權、詆毀或無關廣告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作品概不退還，請自行備份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作品授權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017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著作人格權歸參賽者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得獎作品著作財產權永久、無償授權主辦及 Intel、Hailo 國內外使用，並可再授權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未獲獎作品超出成果展示範圍之使用，另行簽約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附件：著作財產權授權暨肖像授權同意書（.docx）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稅務與領獎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57400"/>
            <a:ext cx="3017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境內居住者年度獎項 &gt; NT$1,000 開扣繳憑單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NT$20,010 須先繳 10% 機會中獎稅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非境內居住者一律先扣 20%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逾期未回覆或資料錯誤視同放棄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其他注意事項與聯絡方式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預留上傳與檢查時間；是否完成繳件以系統後台收件紀錄為準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系統異常：截止前將問題說明與畫面截圖寄至賽務信箱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主辦得檢視偽造、詐欺、冒名、利用系統漏洞等行為並取消資格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主辦得取消、終止、修改或暫停活動，以網站公告為準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投稿後「待審核」狀態可自行修改；通過審核後需聯繫主辦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保存投稿序號（SID）信件以便查詢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目前「最新公告」尚無內容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37160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賽務小組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asus_aihackathon@bhuntr.com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02-7730-7613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獎金獵人客服：contest@bhuntr.com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LINE@ @bhuntr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206240"/>
            <a:ext cx="3657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報名：競賽頁「馬上報名」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說明／公告／Q&amp;A 三個分頁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03120"/>
            <a:ext cx="1005840" cy="10058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057400"/>
            <a:ext cx="9144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和泰 AI 黑客松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AI 為核心動力，讓創意成為可落地的解決方案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ht-hackathon.tw/tw/home/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First：以集團真實營運場景為舞台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MaaS 數據黑客松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數據探索啟動創新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37160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632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MaaS 黑客松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 MaaS 生態圈實踐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37160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3949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黑客松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E3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First，GenAI＋大數據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68580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和泰汽車攜手集團品牌共同出題：顧客服務、售後體驗、共享出行、商用車聯網、跨境通訊、品牌行銷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每一道題目都來自企業真實需求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兩階段：初賽重策略思維與提案邏輯；決賽經工作坊深化技術與可行性，現場以實作成果與 Prototype 展示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1381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NT$100 萬+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最高獎金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NT$30 萬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決賽入圍 15 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隊得獎（含佳作）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七道企業挑戰題目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01｜TOYOTA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智能轉型：AI 助攻油轉電 TOYOTA EV 新生活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38728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02｜TOYOTA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AI 再造 TOYOTA 下一代顧客售後服務體驗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45936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03｜LEXUS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流失風險洞察與智慧溝通：打造 Lexus 車主忠誠度的終極防線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70264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53144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04｜HINO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53144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HINO x GenAI：運用商用車車聯網大數據，發展商用車頭家的智慧夥伴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05｜iRent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343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AI 打造 iRent 智能車況管家：優化租還車體驗與營運效率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55848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538728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06｜yoxi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38728" y="4343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不搭車，也打開 yoxi：打造高頻互動的 AI 出行夥伴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45936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07｜去趣 eSIM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4343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打造去趣 eSIM 全旅程智能銷售與服務體驗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70264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53144" y="3886200"/>
            <a:ext cx="228600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每題限投一件；每隊最多投 7 件（一案一報名），同一提案不可重複或混合投稿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05｜iRent 智能車況管家（我方選題）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營運痛點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後台需大量人力即時查看取還車照片，難以第一時間攔截車損、髒亂等異常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體驗痛點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用戶拍攝角度錯誤、照片模糊，或承接上一手髒亂車輛，造成不良體驗與客訴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89120"/>
            <a:ext cx="31546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解題資源（報名後次一工作日 17:00 前寄出）：iRent 小學堂取車認證／付款還車流程；車外車內照片上傳清單、有／無索賠車輛照片；取還車拍照流程圖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72237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709928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435608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環節一｜即時防呆介入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801368"/>
            <a:ext cx="5943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上傳當下判斷照片品質：位置是否正確、模糊、未拍到車牌、角度不對、太遠太近、太髒等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2926080"/>
            <a:ext cx="72237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310128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035808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環節二｜AI 車況辨識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401568"/>
            <a:ext cx="5943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車身照比對本次租用的「新車損」並預警；車內照分類「髒汙（須立即清潔）／普通／乾淨」，髒汙即預警；具後台預警與通知機制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4526280"/>
            <a:ext cx="72237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4910328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4910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636008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環節三｜營運即時調度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5001768"/>
            <a:ext cx="5943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設計流程或機制，讓客服與營運人員即時得知車況（清潔或車損），安排後續整備與清潔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6172200"/>
            <a:ext cx="7223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加分：在基本功能之上提出創新服務流程或 UX 優化，展現超越純技術實現的價值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其他六題：核心任務與解題資源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42062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核心任務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主辦提供／可用資源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TOYOTA 油轉電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為油車車主設計個人化 AI 工具：需求診斷、情境模擬、顧問式推薦（以 bZ4X 為入門），定義通路、User Journey 與 KPI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第三方市調報告與原始資料、型錄配備表、去個資化 CDP 會員資料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TOYOTA 售後服務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提升服務專員維修解說品質與效率、重塑客休等待體驗，找出「品牌高峰體驗」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車主指南網站、LINE 預約手冊、回廠流程手冊；可假設串接保養紀錄、行車與 APP 數據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LEXUS 流失風險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爬梳 PTT／Dcard／Mobile01 輿情，建構 Persona、辨識流失風險，產出 AI 溝通計畫與流程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Lexus 保修服務網頁、車主手冊；自行蒐集社群公開資料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HINO 商用車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 iTRAQ 車聯網數據與 GenAI，打造「AI 節能夥伴」或「AI 安全駕駛教練」並量化效益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iTRAQ 官網、4,000+ 輛商用車車聯網大數據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yoxi 出行夥伴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設計讓用戶「不搭車也每天打開 yoxi」的日常互動服務，含商業轉換、技術架構與成效驗證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去識別化叫車時段頻率、POI、熱門上下車點、交通樞紐與活動熱點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去趣 eSIM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 GenAI 打造行前個人化行銷與病毒式導購，提出完整 GenAI 行銷方案（日韓中港澳市場）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現行行銷管道：數位投廣、部落客、社群、和泰車主管道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參賽資格與提案規則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61848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參賽對象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高中職、大專院校學生及社會人士，不限科系，可混合組隊。未滿 18 歲須附法定代理人同意書。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61848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團隊人數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4028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 2–5 人，不開放個人及跨隊。可增設至多 2 位指導老師（不限教授，不計人數），但提案須由成員主導。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99592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每隊一名隊長，須具中華民國國籍，負責與主辦聯繫、上傳提案與代表領獎。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9592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利益迴避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6177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和泰汽車及其關係企業（含和運租車、和雲行動服務等數十家）任職人員不得參賽。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初賽繳交內容：15 頁簡報＋3 分鐘影片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頁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內解決方案 PDF 簡報，建議依官方「初賽簡報模板」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分鐘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方案說明影片，YouTube「不公開」，連結須維持可看至 11/21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七大必要架構（順序與美編可自由）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23360" y="18288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提案概述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18120" y="182880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目標對象與痛點分析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23360" y="25146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解決方案設計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18120" y="251460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應用方法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023360" y="32004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獨特優勢與差異化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18120" y="320040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預期效益與落地評估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023360" y="38862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233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補充資料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023360" y="4709160"/>
            <a:ext cx="7589520" cy="1417320"/>
          </a:xfrm>
          <a:prstGeom prst="roundRect">
            <a:avLst>
              <a:gd name="adj" fmla="val 7742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06240" y="4800600"/>
            <a:ext cx="7223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影片標題格式：出題企業_作品名稱_2026 和泰 AI 黑客松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例：iRent_智慧車況管家_2026 和泰 AI 黑客松｜每案限單一挑戰主題；決賽須展示完整 Prototype 或 Demo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活動時程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05–06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校園創新巡迴講座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288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6/24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線上說明會（已有錄影）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740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7/08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應用分享會：創意成形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8/05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應用分享會：技術轉譯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644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8/15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5644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創新體驗日 @Google TPKD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2124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3096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8/31 13:00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3096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早鳥：完成步驟一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46304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57276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13:00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初賽報名繳件截止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3756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44728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10/28 13:00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公布決賽 15 隊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21208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32180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11/07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2180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決賽工作坊（業師一對一）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08660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19632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11/18 23:59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632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最終提案 ≤ 30 頁 PDF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6112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07084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11/21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07084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成果發表暨頒獎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灰色＝已過（以 10/08 計）｜決賽入圍隊伍須過半隊員出席 11/07 工作坊（4 人隊至少 3 人），否則取消資格由後位遞補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報名兩步驟與參賽加碼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794760" cy="4800600"/>
          </a:xfrm>
          <a:prstGeom prst="roundRect">
            <a:avLst>
              <a:gd name="adj" fmla="val 28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填寫團隊基本資料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2918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官網「我要報名」線上填寫，送出後寄「報名成功通知信」至隊長信箱（含 SID）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完成後可領 Google Cloud Skills Boost USD 150 Learning Credits（須滿 18 歲）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未滿 18 歲隊員於此步驟上傳法定代理人同意書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解題資源信件：次一工作日 17:00 前另寄，留意垃圾信件匣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794760" cy="4800600"/>
          </a:xfrm>
          <a:prstGeom prst="roundRect">
            <a:avLst>
              <a:gd name="adj" fmla="val 28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0060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繳交初賽提案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468880"/>
            <a:ext cx="32918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13:00 前隊長登入 → 頭像 →「投稿紀錄」→「前往修改」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 PDF 簡報＋3 分鐘影片連結 → 送出「請求更新」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截止前可反覆修改，以最後一次為準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已備妥可與步驟一同時完成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1325880"/>
            <a:ext cx="3108960" cy="4800600"/>
          </a:xfrm>
          <a:prstGeom prst="roundRect">
            <a:avLst>
              <a:gd name="adj" fmla="val 35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325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狀態說明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1874520"/>
            <a:ext cx="26974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確認參賽資格：等待審核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確認參賽資格（已修改）：步驟二已送出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請求修改：依指示補件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通過審核：進入初賽評審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4389120"/>
            <a:ext cx="2697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務必完成獎金獵人帳號驗證，否則收不到任何競賽通知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5394960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早鳥 8/31 已過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評審標準：初賽重主題連結，決賽重落地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28016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114800"/>
            <a:ext cx="5394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主題連結度：緊扣命題核心、真實對應品牌營運痛點，避免答非所問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創意表現：跳脫既有框架、令人耳目一新的切入角度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提案可行性：技術路徑、資源需求與落地方式清楚可執行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應用整合性：AI 角色是否關鍵、帶來實質價值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114800"/>
            <a:ext cx="5394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整合：能否串成完整可運作的應用流程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商業價值：效率提升、成本降低或新營收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作品完成度：Prototype 完成度與穩定性、可實際操作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簡報表達：清晰度、邏輯與時間掌握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獎項：17 隊得獎，總獎金逾 NT$100 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3716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0956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NT$103 萬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30＋25＋20＋5×4＋1×8 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冠亞季另頒獎盃乙座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794760"/>
            <a:ext cx="3931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每位得獎成員及指導老師皆有獎狀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獎金為含稅金額，≥ NT$1,000 列入綜所稅；依法須先繳扣繳稅額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獎金由隊長代表領取，全體團員須簽授權同意書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未達標準得由過半評審決議從缺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重要注意事項：資料、智財與授權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解題數據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僅供本競賽使用，不得外流或另作他用；競賽結束後須銷毀所有資料及衍生物，違者除名並負法律責任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智財權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作品智財歸團隊；入圍者同意無償非營利授權主辦使用作品及說明（不含團隊產出之程式、軟體、系統）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優先洽談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入圍名單公布後，主辦對作品、提案與衍生智財之轉讓或授權享有優先洽談權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原創性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須為未公開發表的原創作品，不得為市售或具商業用途之創作；違者取消資格並追回獎金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肖像授權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同意主辦拍攝並使用肖像、姓名、聲音於宣傳；決賽入圍與得獎者須簽授權同意書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收件時間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以主辦電腦收件時間為準；系統問題須於截止前連同截圖寄至客服信箱，否則不受理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報名資料下載與聯絡方式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報名資料下載區（官網首頁）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2026和泰AI黑客松＿著作財產權授權暨肖像授權同意書.pdf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603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2026和泰AI黑客松＿參賽注意事項.pdf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2026和泰AI黑客松＿法定代理人同意書.pdf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9319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2026和泰AI黑客松＿初賽簡報模板.pptx（Google Slides 版亦可）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6177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2026和泰AI黑客松＿企業挑戰題目.pdf（7 頁）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40680"/>
            <a:ext cx="6675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歷屆賽事：2022 MaaS 數據黑客松、2024 MaaS 黑客松｜最新公告含 Gemini 3.6／Gemini Omni 活動與 Google Cloud 點數說明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37160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賽務小組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ht-hackathon@bhuntr.com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02-6604-3004 #57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諮詢時間 週一至週五 10:00–19:00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931920"/>
            <a:ext cx="3566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爭議適用中華民國法律，臺灣臺北地方法院為第一審管轄法院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 6 天的行動清單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完成和泰步驟一報名（取得 SID 與 iRent 解題資源），全員完成獎金獵人帳號驗證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10/09–10/10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研讀 iRent 照片清單、索賠案例與拍照流程圖；確立痛點、Persona 與三環節方案架構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10/11–10/12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依官方模板撰寫 15 頁簡報（七大架構）；準備 AI 模型選型、資料流程與 KPI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434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錄製 3 分鐘影片並依命名規範上傳 YouTube（不公開）；全員交叉審稿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13:00 前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52578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隊長上傳 PDF＋影片連結並送出「請求更新」，截圖存證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若另投 ASUS：英文提案＋影片＋GitHub 須於 10/14 17:00 前完成，與和泰同日截止，需評估人力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athon Brief">
  <a:themeElements>
    <a:clrScheme name="Hackathon Brief">
      <a:dk1>
        <a:srgbClr val="1B1F2A"/>
      </a:dk1>
      <a:lt1>
        <a:srgbClr val="FFFFFF"/>
      </a:lt1>
      <a:dk2>
        <a:srgbClr val="14213D"/>
      </a:dk2>
      <a:lt2>
        <a:srgbClr val="EEF2F7"/>
      </a:lt2>
      <a:accent1>
        <a:srgbClr val="FF7A1A"/>
      </a:accent1>
      <a:accent2>
        <a:srgbClr val="0E9AA7"/>
      </a:accent2>
      <a:accent3>
        <a:srgbClr val="D7263D"/>
      </a:accent3>
      <a:accent4>
        <a:srgbClr val="5B6C8F"/>
      </a:accent4>
      <a:accent5>
        <a:srgbClr val="F4C542"/>
      </a:accent5>
      <a:accent6>
        <a:srgbClr val="2E8B57"/>
      </a:accent6>
      <a:hlink>
        <a:srgbClr val="0E9AA7"/>
      </a:hlink>
      <a:folHlink>
        <a:srgbClr val="5B6C8F"/>
      </a:folHlink>
    </a:clrScheme>
    <a:fontScheme name="Hackathon Brief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黑客松競賽情報</dc:title>
  <dc:subject>PptxGenJS Presentation</dc:subject>
  <dc:creator>CV-RAG-LLM-Papers</dc:creator>
  <cp:lastModifiedBy>CV-RAG-LLM-Papers</cp:lastModifiedBy>
  <cp:revision>1</cp:revision>
  <dcterms:created xsi:type="dcterms:W3CDTF">2026-10-08T07:07:24Z</dcterms:created>
  <dcterms:modified xsi:type="dcterms:W3CDTF">2026-10-08T07:07:24Z</dcterms:modified>
</cp:coreProperties>
</file>