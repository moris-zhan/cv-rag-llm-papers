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785615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785615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7856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先列證據再標註類型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規則聚合三級；遺留物另通知客服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00200"/>
            <a:ext cx="173736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94192" y="1655064"/>
            <a:ext cx="159105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整潔證據與理由（Demo）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白話車況說明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工單摘要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對新車損提供第二意見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不作收費依據：VLM 定損弱、會幻覺 [4]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65592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先列證據並標註類型，規則聚合三級；遺留物另通知客服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