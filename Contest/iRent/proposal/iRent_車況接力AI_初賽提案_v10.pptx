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D628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取還車照片要靠人逐張檢視比對，人力耗時，車輛回到可出租狀態的等待也跟著拉長。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D628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車損與髒汙往往事後才被發現，客服與整備端無法第一時間掌握車況，後續排程只能被動應對。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D628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事後才發現車損時，使用者已離開，缺乏客觀的前後對照，難以判斷是否為本次租用造成。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人工檢查太慢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取還車比對，自動篩出異常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人員只處理被標出的少數異常，不必逐張檢視。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0F1B2D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環節二：AI 辨識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回報不夠即時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異常即時預警，自動建立工單派工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客服與整備端同步看到車況與處理進度。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0F1B2D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環節三：預警與工單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 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責任難以釐清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標準化拍攝加取還車對照圖留存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只對本次新增的差異預警，並附對照證據，由人確認責任。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0F1B2D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F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對應環節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環節一加環節二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現況：事後人工處理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還車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使用者自行上傳照片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人工檢視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逐張看圖比對，耗時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事後發現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使用者已離開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E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62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責任難釐清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缺少客觀對照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導入後：即時、自動、可追溯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拍照防呆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不合格當下重拍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1B5C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比對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即時工單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A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派工並同步車況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0F1B2D"/>
          </a:solidFill>
          <a:ln w="635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證據留存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對照圖支撐責任判定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2800" y="6329720"/>
            <a:ext cx="30585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iRent 智能車況管家｜2. 目標對象與痛點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取還車拍照當下，AI 即時檢核照片能否用於車況比對；不合格當場提示重拍，從源頭減少事後爭議與人工補件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6ED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 3／8｜左前 45°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C3A4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車牌已對準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3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太暗，請開啟閃光燈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0">
            <a:solidFill>
              <a:srgbClr val="9FB0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必拍清單（8 張，依序引導）</a:t>
            </a:r>
            <a:r>
              <a:rPr lang="en-US" sz="1500" b="1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｜發現既有傷痕，補拍特寫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8243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車頭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46637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左前 45°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85032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右前 45°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23426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車尾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08243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左後 45°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46637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右後 45°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85032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⑦ 車牌特寫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23426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⑧ 儀表板里程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即時提示規則（拍照當下觸發）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情境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判斷依據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畫面提示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太暗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曝光／亮度分佈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「請開啟閃光燈」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未拍到車牌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車牌偵測＋OCR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「請將車牌置入框內」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角度不對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車體部位分類（對照指定角度）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「請移至左前 45° 位置」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畫面模糊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清晰度分數（拉普拉斯變異數）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「請持穩後重拍」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距離不當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車體佔畫面比例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「請靠近一點／後退一步」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</a:t>
            </a: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首拍合格率 ↑｜單次重拍次數 ↓｜事後爭議／人工補件 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只比對同一趟的取車與還車：既有傷痕與取車時的髒污不算在這位用戶身上，只有新增問題才預警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車損：取還車同視角比對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取車（基準）</a:t>
            </a:r>
            <a:endParaRPr lang="en-US" sz="12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既有傷痕 → 已記錄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還車（同視角）</a:t>
            </a:r>
            <a:endParaRPr lang="en-US" sz="1200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新增刮痕 → 預警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同視角對位 → 差異偵測 → 扣除既有傷痕，只有新增項目進入預警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車內整潔三級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1D4E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無垃圾、無可見污漬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範例：座椅、地墊、置物格整齊 → 不預警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3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普通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少量碎屑或輕微灰塵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範例：地墊零星砂土 → 記錄，不派工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9A34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髒汙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明顯污漬、食物殘渣或垃圾堆積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範例：座椅潑灑飲料、垃圾遺留 → 預警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以取車等級為基準</a:t>
            </a: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：取車「普通」、還車仍「普通」不預警；等級下降才預警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14233A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預警條件：新增車損 或 整潔等級下降 → 產生預警工單，送環節三派工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預警成立即鎖車、依嚴重度派工，整備完成才恢復出租，讓下一位用戶只會拿到可用的車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預警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比對後產生預警工單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暫停出租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車輛即時下架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清潔／整備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依嚴重度排序派工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恢復出租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複拍通過後重新上架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後台儀表板（依嚴重度排序，示意資料）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嚴重度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車輛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預警原因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派工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新增車損：右前保桿刮痕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板金評估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髒汙：座椅潑灑飲料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專業清潔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新增車損：輕微擦痕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排程整備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整備站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低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信心不足：照片疑義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待複核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人工複核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下一位用戶保護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車輛自動下架，不再被新預約選到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已預約者自動改派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改派同區同級車並通知用戶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整備完成才解鎖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現場複拍通過檢核（沿用環節一）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14233A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成效指標：流入下一位用戶的髒車／損車 ↓｜預警到恢復出租時間 ↓｜車輛可出租率 ↑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5F6B7A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每次還車照片在上傳當下即被看懂，營運人員只需處理 AI 標記的少數異常。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2540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9AA7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資料規範：解題資料不外流，demo 僅用公開或自拍照片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BC4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需求對照：見附錄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