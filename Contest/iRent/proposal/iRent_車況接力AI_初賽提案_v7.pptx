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P11｜5. 獨特優勢與差異化</a:t>
            </a:r>
          </a:p>
          <a:p>
            <a:r>
              <a:t>主訊息：取還車比對＋AI 不單獨收費＝公平的車況歸責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P12｜5. 獨特優勢與差異化</a:t>
            </a:r>
          </a:p>
          <a:p>
            <a:r>
              <a:t>主訊息：車況接力：讓用戶成為車況的守護者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P13｜6. 預期效益與落地評估</a:t>
            </a:r>
          </a:p>
          <a:p>
            <a:r>
              <a:t>主訊息：五項指標，可在試點中驗證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P14｜6. 預期效益與落地評估</a:t>
            </a:r>
          </a:p>
          <a:p>
            <a:r>
              <a:t>主訊息：三階段導入，先從一個城市試點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P15｜7. 補充資料</a:t>
            </a:r>
          </a:p>
          <a:p>
            <a:r>
              <a:t>主訊息：參考文獻與原型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5F6B7A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E9AA7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6BC4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【內容】與「人工逐張看」「單張 AI 偵測」「AI 自動收費」三種做法比較</a:t>
            </a:r>
          </a:p>
          <a:p>
            <a:r>
              <a:rPr sz="1600"/>
              <a:t>【視覺】比較表</a:t>
            </a:r>
          </a:p>
          <a:p>
            <a:r>
              <a:rPr sz="1600"/>
              <a:t>【證據／引用】ADR 0001；Hertz 案例</a:t>
            </a:r>
          </a:p>
          <a:p>
            <a:r>
              <a:rPr sz="1600"/>
              <a:t>【負責】D｜依賴議題：7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【內容】回報 → AI＋人工確認 → 和泰 Points；防弊機制；整潔等級為研究空白、iRent 照片資料難以複製</a:t>
            </a:r>
          </a:p>
          <a:p>
            <a:r>
              <a:rPr sz="1600"/>
              <a:t>【視覺】誘因與防弊流程圖</a:t>
            </a:r>
          </a:p>
          <a:p>
            <a:r>
              <a:rPr sz="1600"/>
              <a:t>【證據／引用】規則 I1–I4；Plan.md 缺口分析</a:t>
            </a:r>
          </a:p>
          <a:p>
            <a:r>
              <a:rPr sz="1600"/>
              <a:t>【負責】C、D｜依賴議題：8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【內容】審照片工時、異常攔截時間、照片一次合格率、髒車客訴、車損爭議</a:t>
            </a:r>
          </a:p>
          <a:p>
            <a:r>
              <a:rPr sz="1600"/>
              <a:t>【視覺】KPI 表（現況 → 目標）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【內容】試點（整潔判讀＋品質防呆）→ 擴大（車損比對）→ 全面（車況接力＋持續學習）；資源需求與 API 成本</a:t>
            </a:r>
          </a:p>
          <a:p>
            <a:r>
              <a:rPr sz="1600"/>
              <a:t>【視覺】導入時程圖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【負責】D、B｜依賴議題：9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【內容】引用清單、GitHub 連結、更多 mockup</a:t>
            </a:r>
          </a:p>
          <a:p>
            <a:r>
              <a:rPr sz="1600"/>
              <a:t>【視覺】文獻列表＋QR code</a:t>
            </a:r>
          </a:p>
          <a:p>
            <a:r>
              <a:rPr sz="1600"/>
              <a:t>【證據／引用】Plan.md Tier 1–3</a:t>
            </a:r>
          </a:p>
          <a:p>
            <a:r>
              <a:rPr sz="1600"/>
              <a:t>【負責】D｜依賴議題：3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