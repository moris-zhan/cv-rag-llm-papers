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P1｜1. 提案概述</a:t>
            </a:r>
          </a:p>
          <a:p>
            <a:r>
              <a:t>主訊息：讓每一張取還車照片都被 AI 即時看懂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P2｜2. 目標對象與痛點</a:t>
            </a:r>
          </a:p>
          <a:p>
            <a:r>
              <a:t>主訊息：200 萬會員的照片，正由人工逐張檢查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P3｜2. 目標對象與痛點</a:t>
            </a:r>
          </a:p>
          <a:p>
            <a:r>
              <a:t>主訊息：兩位 Persona，同一個問題：照片沒被及時看懂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P4｜2. 目標對象與痛點</a:t>
            </a:r>
          </a:p>
          <a:p>
            <a:r>
              <a:t>主訊息：新車損的難題是「歸責」，不是「偵測」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P5｜3. 解決方案設計</a:t>
            </a:r>
          </a:p>
          <a:p>
            <a:r>
              <a:t>主訊息：環節一：拍照當下就防呆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P6｜3. 解決方案設計</a:t>
            </a:r>
          </a:p>
          <a:p>
            <a:r>
              <a:t>主訊息：環節二：AI 只對「這次」的問題預警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P7｜3. 解決方案設計</a:t>
            </a:r>
          </a:p>
          <a:p>
            <a:r>
              <a:t>主訊息：環節三：預警即派工，下一位不會接到髒車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P8｜4. AI 應用方法</a:t>
            </a:r>
          </a:p>
          <a:p>
            <a:r>
              <a:t>主訊息：四層架構，每一層都有研究依據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P9｜4. AI 應用方法</a:t>
            </a:r>
          </a:p>
          <a:p>
            <a:r>
              <a:t>主訊息：為什麼選這些模型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P10｜4. AI 應用方法</a:t>
            </a:r>
          </a:p>
          <a:p>
            <a:r>
              <a:t>主訊息：已做出可運作的 MVP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P11｜5. 獨特優勢與差異化</a:t>
            </a:r>
          </a:p>
          <a:p>
            <a:r>
              <a:t>主訊息：取還車比對＋AI 不單獨收費＝公平的車況歸責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P12｜5. 獨特優勢與差異化</a:t>
            </a:r>
          </a:p>
          <a:p>
            <a:r>
              <a:t>主訊息：車況接力：讓用戶成為車況的守護者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P13｜6. 預期效益與落地評估</a:t>
            </a:r>
          </a:p>
          <a:p>
            <a:r>
              <a:t>主訊息：五項指標，可在試點中驗證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P14｜6. 預期效益與落地評估</a:t>
            </a:r>
          </a:p>
          <a:p>
            <a:r>
              <a:t>主訊息：三階段導入，先從一個城市試點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P15｜7. 補充資料</a:t>
            </a:r>
          </a:p>
          <a:p>
            <a:r>
              <a:t>主訊息：參考文獻與原型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zh-TW"/>
              <a:t>iRent 車況接力 AI</a:t>
            </a:r>
          </a:p>
        </p:txBody>
      </p:sp>
      <p:sp>
        <p:nvSpPr>
          <p:cNvPr id="85" name="Google Shape;85;p1"/>
          <p:cNvSpPr txBox="1"/>
          <p:nvPr/>
        </p:nvSpPr>
        <p:spPr>
          <a:xfrm>
            <a:off x="2252640" y="4614411"/>
            <a:ext cx="76866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運用 AI 打造 iRent 智能車況管家：優化租還車體驗與營運效率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你拍的每一張，都是下一位的安心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團隊：（待會議決定）｜2026 和泰 AI 黑客松 初賽提案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（待會議決定）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iRent 車況接力 AI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運用 AI 打造 iRent 智能車況管家：優化租還車體驗與營運效率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iRent 後台車況審核與整備人員，以及每一位取還車的租車用戶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8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1. 拍照當下 AI 即時防呆，不合格立即引導重拍</a:t>
                      </a: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2. 取還車照片比對，只對本次租用的新車損與髒汙預警</a:t>
                      </a: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3. 預警自動派工，並以車況接力機制保護下一位用戶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4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Gemini（視覺語言判讀與車況報告）、車損分割模型（CarDD 預訓練）、取還車變化偵測、手機端影像品質模型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2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人工審照片工時減少 60–80%；異常預警縮短至還車後 5 分鐘內；髒車客訴與車損爭議各減少 50%（目標值）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1. 提案概述｜讓每一張取還車照片都被 AI 即時看懂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【內容】產品名稱、標語、一句話主張</a:t>
            </a:r>
          </a:p>
          <a:p>
            <a:r>
              <a:rPr sz="1600"/>
              <a:t>【視覺】三環節＋車況接力的一張總覽圖</a:t>
            </a:r>
          </a:p>
          <a:p>
            <a:r>
              <a:rPr sz="1600"/>
              <a:t>【證據／引用】—</a:t>
            </a:r>
          </a:p>
          <a:p>
            <a:r>
              <a:rPr sz="1600"/>
              <a:t>【負責】D｜依賴議題：10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2. 目標對象與痛點｜200 萬會員的照片，正由人工逐張檢查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【內容】iRent 規模（會員 200 萬+、累積 2,000 萬+ 次租借、約 2,000 據點）；現行取還車拍照流程</a:t>
            </a:r>
          </a:p>
          <a:p>
            <a:r>
              <a:rPr sz="1600"/>
              <a:t>【視覺】流程圖標出人工瓶頸</a:t>
            </a:r>
          </a:p>
          <a:p>
            <a:r>
              <a:rPr sz="1600"/>
              <a:t>【證據／引用】媒體報導；解題資源流程圖</a:t>
            </a:r>
          </a:p>
          <a:p>
            <a:r>
              <a:rPr sz="1600"/>
              <a:t>【負責】C｜依賴議題：4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2. 目標對象與痛點｜兩位 Persona，同一個問題：照片沒被及時看懂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【內容】通勤族用戶（地下停車場、怕被誤判）vs. 審核／整備人員（看不完、發現太晚），各 3 個痛點</a:t>
            </a:r>
          </a:p>
          <a:p>
            <a:r>
              <a:rPr sz="1600"/>
              <a:t>【視覺】雙 Persona 卡片</a:t>
            </a:r>
          </a:p>
          <a:p>
            <a:r>
              <a:rPr sz="1600"/>
              <a:t>【證據／引用】App 評論截圖（會前 P3 蒐集）</a:t>
            </a:r>
          </a:p>
          <a:p>
            <a:r>
              <a:rPr sz="1600"/>
              <a:t>【負責】C｜依賴議題：4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2. 目標對象與痛點｜新車損的難題是「歸責」，不是「偵測」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【內容】用戶取車未拍照被認定車損的案例；Hertz AI 自動收費引發爭議</a:t>
            </a:r>
          </a:p>
          <a:p>
            <a:r>
              <a:rPr sz="1600"/>
              <a:t>【視覺】案例對照圖</a:t>
            </a:r>
          </a:p>
          <a:p>
            <a:r>
              <a:rPr sz="1600"/>
              <a:t>【證據／引用】TVBS 報導；Hertz × UVeye 報導</a:t>
            </a:r>
          </a:p>
          <a:p>
            <a:r>
              <a:rPr sz="1600"/>
              <a:t>【負責】C、D｜依賴議題：4、7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3. 解決方案設計｜環節一：拍照當下就防呆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【內容】必拍清單；即時提示（太暗請開閃光燈、未拍到車牌、角度不對、模糊、距離）</a:t>
            </a:r>
          </a:p>
          <a:p>
            <a:r>
              <a:rPr sz="1600"/>
              <a:t>【視覺】App 取景畫面 mockup</a:t>
            </a:r>
          </a:p>
          <a:p>
            <a:r>
              <a:rPr sz="1600"/>
              <a:t>【證據／引用】規則 R1、R2</a:t>
            </a:r>
          </a:p>
          <a:p>
            <a:r>
              <a:rPr sz="1600"/>
              <a:t>【負責】C｜依賴議題：5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3. 解決方案設計｜環節二：AI 只對「這次」的問題預警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【內容】取還車同視角比對新車損；車內整潔三級（乾淨／普通／髒汙）定義與範例</a:t>
            </a:r>
          </a:p>
          <a:p>
            <a:r>
              <a:rPr sz="1600"/>
              <a:t>【視覺】取還車並排比對示意＋整潔範例</a:t>
            </a:r>
          </a:p>
          <a:p>
            <a:r>
              <a:rPr sz="1600"/>
              <a:t>【證據／引用】規則 R3、R4</a:t>
            </a:r>
          </a:p>
          <a:p>
            <a:r>
              <a:rPr sz="1600"/>
              <a:t>【負責】C、A｜依賴議題：5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3. 解決方案設計｜環節三：預警即派工，下一位不會接到髒車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【內容】預警 → 暫停出租 → 清潔／整備 → 恢復出租；下一位用戶保護</a:t>
            </a:r>
          </a:p>
          <a:p>
            <a:r>
              <a:rPr sz="1600"/>
              <a:t>【視覺】後台儀表板 mockup（依嚴重度排序）</a:t>
            </a:r>
          </a:p>
          <a:p>
            <a:r>
              <a:rPr sz="1600"/>
              <a:t>【證據／引用】規則 R5、R6</a:t>
            </a:r>
          </a:p>
          <a:p>
            <a:r>
              <a:rPr sz="1600"/>
              <a:t>【負責】C、B｜依賴議題：5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4. AI 應用方法｜四層架構，每一層都有研究依據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【內容】手機端品質閘門 → 雲端車損／整潔模型 → 取還車變化比對 → Gemini 報告 → 人工確認與回饋</a:t>
            </a:r>
          </a:p>
          <a:p>
            <a:r>
              <a:rPr sz="1600"/>
              <a:t>【視覺】系統架構圖</a:t>
            </a:r>
          </a:p>
          <a:p>
            <a:r>
              <a:rPr sz="1600"/>
              <a:t>【證據／引用】Plan.md 方向 A–F</a:t>
            </a:r>
          </a:p>
          <a:p>
            <a:r>
              <a:rPr sz="1600"/>
              <a:t>【負責】B｜依賴議題：6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4. AI 應用方法｜為什麼選這些模型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【內容】每層的選用原因與替代方案：CarDD 預訓練、變化偵測容忍視角光線、Gemini 負責解釋而非收費、手機端確保即時</a:t>
            </a:r>
          </a:p>
          <a:p>
            <a:r>
              <a:rPr sz="1600"/>
              <a:t>【視覺】模型選型對照表</a:t>
            </a:r>
          </a:p>
          <a:p>
            <a:r>
              <a:rPr sz="1600"/>
              <a:t>【證據／引用】CarDD、The Change You Want to See、AnomalyGPT、GPT-4V 保險研究</a:t>
            </a:r>
          </a:p>
          <a:p>
            <a:r>
              <a:rPr sz="1600"/>
              <a:t>【負責】A｜依賴議題：6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4. AI 應用方法｜已做出可運作的 MVP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【內容】上傳照片 → 品質判定＋整潔等級；取還車比對示範</a:t>
            </a:r>
          </a:p>
          <a:p>
            <a:r>
              <a:rPr sz="1600"/>
              <a:t>【視覺】Demo 截圖＋QR code（GitHub／影片）</a:t>
            </a:r>
          </a:p>
          <a:p>
            <a:r>
              <a:rPr sz="1600"/>
              <a:t>【證據／引用】自製 demo</a:t>
            </a:r>
          </a:p>
          <a:p>
            <a:r>
              <a:rPr sz="1600"/>
              <a:t>【負責】A、B｜依賴議題：6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5. 獨特優勢與差異化｜取還車比對＋AI 不單獨收費＝公平的車況歸責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【內容】與「人工逐張看」「單張 AI 偵測」「AI 自動收費」三種做法比較</a:t>
            </a:r>
          </a:p>
          <a:p>
            <a:r>
              <a:rPr sz="1600"/>
              <a:t>【視覺】比較表</a:t>
            </a:r>
          </a:p>
          <a:p>
            <a:r>
              <a:rPr sz="1600"/>
              <a:t>【證據／引用】ADR 0001；Hertz 案例</a:t>
            </a:r>
          </a:p>
          <a:p>
            <a:r>
              <a:rPr sz="1600"/>
              <a:t>【負責】D｜依賴議題：7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5. 獨特優勢與差異化｜車況接力：讓用戶成為車況的守護者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【內容】回報 → AI＋人工確認 → 和泰 Points；防弊機制；整潔等級為研究空白、iRent 照片資料難以複製</a:t>
            </a:r>
          </a:p>
          <a:p>
            <a:r>
              <a:rPr sz="1600"/>
              <a:t>【視覺】誘因與防弊流程圖</a:t>
            </a:r>
          </a:p>
          <a:p>
            <a:r>
              <a:rPr sz="1600"/>
              <a:t>【證據／引用】規則 I1–I4；Plan.md 缺口分析</a:t>
            </a:r>
          </a:p>
          <a:p>
            <a:r>
              <a:rPr sz="1600"/>
              <a:t>【負責】C、D｜依賴議題：8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6. 預期效益與落地評估｜五項指標，可在試點中驗證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【內容】審照片工時、異常攔截時間、照片一次合格率、髒車客訴、車損爭議</a:t>
            </a:r>
          </a:p>
          <a:p>
            <a:r>
              <a:rPr sz="1600"/>
              <a:t>【視覺】KPI 表（現況 → 目標）</a:t>
            </a:r>
          </a:p>
          <a:p>
            <a:r>
              <a:rPr sz="1600"/>
              <a:t>【證據／引用】議題 9</a:t>
            </a:r>
          </a:p>
          <a:p>
            <a:r>
              <a:rPr sz="1600"/>
              <a:t>【負責】D｜依賴議題：9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6. 預期效益與落地評估｜三階段導入，先從一個城市試點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【內容】試點（整潔判讀＋品質防呆）→ 擴大（車損比對）→ 全面（車況接力＋持續學習）；資源需求與 API 成本</a:t>
            </a:r>
          </a:p>
          <a:p>
            <a:r>
              <a:rPr sz="1600"/>
              <a:t>【視覺】導入時程圖</a:t>
            </a:r>
          </a:p>
          <a:p>
            <a:r>
              <a:rPr sz="1600"/>
              <a:t>【證據／引用】議題 9</a:t>
            </a:r>
          </a:p>
          <a:p>
            <a:r>
              <a:rPr sz="1600"/>
              <a:t>【負責】D、B｜依賴議題：9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7. 補充資料｜參考文獻與原型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【內容】引用清單、GitHub 連結、更多 mockup</a:t>
            </a:r>
          </a:p>
          <a:p>
            <a:r>
              <a:rPr sz="1600"/>
              <a:t>【視覺】文獻列表＋QR code</a:t>
            </a:r>
          </a:p>
          <a:p>
            <a:r>
              <a:rPr sz="1600"/>
              <a:t>【證據／引用】Plan.md Tier 1–3</a:t>
            </a:r>
          </a:p>
          <a:p>
            <a:r>
              <a:rPr sz="1600"/>
              <a:t>【負責】D｜依賴議題：3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