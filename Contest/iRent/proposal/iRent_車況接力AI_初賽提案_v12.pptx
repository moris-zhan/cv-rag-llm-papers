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一句話主張先講結果：照片上傳當下就被看懂。三張卡對應題目三個環節，下方深色帶是貫穿三環節的車況接力；最後一列是試點目標，細節在 P13。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團隊：優還｜2026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優還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0012"/>
                </a:solidFill>
              </a:rPr>
              <a:t>產品｜iRent 車況接力 AI　　團隊｜優還　　標語｜你拍的每一張，都是下一位的安心</a:t>
            </a:r>
          </a:p>
          <a:p>
            <a:pPr algn="l"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</a:rPr>
              <a:t>讓每一張取還車照片在上傳當下就被 AI 看懂：不合格立即重拍，只對「這次」新增的車損與髒汙預警，並直接轉成整備工單。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拍照即時防呆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手機端當下檢查模糊、太暗、角度、車牌、距離與畫面過髒，不合格立即提示重拍。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受益｜用戶一次拍對；後台不再收到不能用的照片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3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還車 AI 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以取車基準比對同視角照片，只標出本次新車損；車內由 Gemini 先列證據，再以規則分乾淨、普通、髒汙。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受益｜審核人員只看被標出的少數異常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5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環節三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預警即派工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新車損或髒汙即時通知後台、客服與外勤並建立工單，依下一筆預約排優先序；AI 不單獨收費，由人確認。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受益｜下一位用戶不會接到髒車或別人的車損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車況接力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76A65"/>
                </a:solidFill>
              </a:rPr>
              <a:t>貫穿三環節的服務設計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用戶 A 的還車照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成為用戶 B 的取車基準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3176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B 簽名前回報差異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屬實獲和泰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車況紀錄連動整備與派車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406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試點目標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9E9E9E"/>
                </a:solidFill>
              </a:rPr>
              <a:t>團隊推估，詳見 P13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↓ 60–80%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人工審照片工時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2392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≤ 5 分鐘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還車到異常預警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0224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↓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髒車客訴與車損爭議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3276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</a:rPr>
              <a:t>iRent 智能車況管家｜1. 提案概述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取還車照片要靠人逐張檢視比對，人力耗時，車輛回到可出租狀態的等待也跟著拉長。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車損與髒汙往往事後才被發現，客服與整備端無法第一時間掌握車況，後續排程只能被動應對。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事後才發現車損時，使用者已離開，缺乏客觀的前後對照，難以判斷是否為本次租用造成。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取還車比對，自動篩出異常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人員只處理被標出的少數異常，不必逐張檢視。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環節二：AI 辨識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異常即時預警，自動建立工單派工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客服與整備端同步看到車況與處理進度。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環節三：預警與工單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標準化拍攝加取還車對照圖留存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只對本次新增的差異預警，並附對照證據，由人確認責任。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環節一加環節二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現況：事後人工處理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還車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使用者自行上傳照片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逐張看圖比對，耗時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事後發現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使用者已離開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C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責任難釐清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缺少客觀對照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導入後：即時、自動、可追溯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拍照防呆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不合格當下重拍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E60012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即時工單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派工並同步車況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212121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證據留存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對照圖支撐責任判定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取還車拍照當下，AI 即時檢核照片能否用於車況比對；不合格當場提示重拍，從源頭減少事後爭議與人工補件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 3／8｜左前 45°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車牌已對準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太暗，請開啟閃光燈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381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必拍清單（8 張，依序引導）</a:t>
            </a:r>
            <a:r>
              <a:rPr lang="en-US" sz="1500" b="1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｜發現既有傷痕，補拍特寫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8243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車頭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46637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左前 45°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85032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右前 45°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23426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車尾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08243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左後 45°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46637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右後 45°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85032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⑦ 車牌特寫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23426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⑧ 儀表板里程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即時提示規則（拍照當下觸發）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情境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判斷依據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畫面提示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太暗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曝光／亮度分佈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「請開啟閃光燈」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未拍到車牌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車牌偵測＋OCR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「請將車牌置入框內」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角度不對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車體部位分類（對照指定角度）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「請移至左前 45° 位置」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畫面模糊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清晰度分數（拉普拉斯變異數）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「請持穩後重拍」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距離不當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車體佔畫面比例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「請靠近一點／後退一步」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</a:t>
            </a: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首拍合格率 ↑｜單次重拍次數 ↓｜事後爭議／人工補件 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只比對同一趟的取車與還車：既有傷痕與取車時的髒污不算在這位用戶身上，只有新增問題才預警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車損：取還車同視角比對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取車（基準）</a:t>
            </a:r>
            <a:endParaRPr lang="en-US" sz="12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既有傷痕 → 已記錄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還車（同視角）</a:t>
            </a:r>
            <a:endParaRPr lang="en-US" sz="1200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0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新增刮痕 → 預警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同視角對位 → 差異偵測 → 扣除既有傷痕，只有新增項目進入預警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車內整潔三級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42424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無垃圾、無可見污漬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範例：座椅、地墊、置物格整齊 → 不預警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普通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少量碎屑或輕微灰塵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範例：地墊零星砂土 → 記錄，不派工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髒汙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明顯污漬、食物殘渣或垃圾堆積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範例：座椅潑灑飲料、垃圾遺留 → 預警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以取車等級為基準</a:t>
            </a: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：取車「普通」、還車仍「普通」不預警；等級下降才預警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預警條件：新增車損 或 整潔等級下降 → 產生預警工單，送環節三派工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預警成立即鎖車、依嚴重度派工，整備完成才恢復出租，讓下一位用戶只會拿到可用的車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預警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比對後產生預警工單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暫停出租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車輛即時下架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清潔／整備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依嚴重度排序派工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恢復出租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複拍通過後重新上架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後台儀表板（依嚴重度排序，示意資料）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嚴重度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車輛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預警原因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派工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新增車損：右前保桿刮痕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板金評估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髒汙：座椅潑灑飲料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專業清潔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新增車損：輕微擦痕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排程整備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整備站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低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信心不足：照片疑義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待複核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人工複核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下一位用戶保護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車輛自動下架，不再被新預約選到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已預約者自動改派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改派同區同級車並通知用戶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整備完成才解鎖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現場複拍通過檢核（沿用環節一）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成效指標：流入下一位用戶的髒車／損車 ↓｜預警到恢復出租時間 ↓｜車輛可出租率 ↑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12121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12121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19050">
            <a:solidFill>
              <a:srgbClr val="4242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24242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B8000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B8000E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57575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57575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616161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57575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8000E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2121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16161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4242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8000E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16161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57575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每次還車照片在上傳當下即被看懂，營運人員只需處理 AI 標記的少數異常。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24242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57575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121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資料規範：解題資料不外流，demo 僅用公開或自拍照片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12121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12121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60012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需求對照：見附錄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0012"/>
      </a:accent1>
      <a:accent2>
        <a:srgbClr val="424242"/>
      </a:accent2>
      <a:accent3>
        <a:srgbClr val="A5A5A5"/>
      </a:accent3>
      <a:accent4>
        <a:srgbClr val="FFC000"/>
      </a:accent4>
      <a:accent5>
        <a:srgbClr val="F76A65"/>
      </a:accent5>
      <a:accent6>
        <a:srgbClr val="70AD47"/>
      </a:accent6>
      <a:hlink>
        <a:srgbClr val="B8000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