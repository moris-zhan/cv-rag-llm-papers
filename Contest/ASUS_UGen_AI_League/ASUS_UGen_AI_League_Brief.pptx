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與總覽" id="{e34a340e-a8f7-b9c6-0ee1-9a6c15371926}">
          <p14:sldIdLst>
            <p14:sldId id="256"/>
            <p14:sldId id="257"/>
            <p14:sldId id="258"/>
          </p14:sldIdLst>
        </p14:section>
        <p14:section name="賽事內容" id="{f55aa26c-b86a-7252-673f-4dd456c4e58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結語" id="{00d09729-c9fb-aa44-1244-68ca911e49d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比重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商業潛力與可行性</c:v>
                  </c:pt>
                  <c:pt idx="1">
                    <c:v>創新與創意</c:v>
                  </c:pt>
                  <c:pt idx="2">
                    <c:v>實用價值</c:v>
                  </c:pt>
                  <c:pt idx="3">
                    <c:v>敘事表達與展現力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UGen AI League 創新黑客松｜競賽情報｜資料來源：競賽官方網站（擷取於 2026/10/08）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COMPETITION BRIEF ·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5156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UGen AI League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創新黑客松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從具體痛點出發，打造可運行、可驗證的 AI 應用原型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Intel・Hailo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獎金池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 20,000+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961120" y="4114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 截止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 17:00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contest.bhuntr.com/tw/39jg9vimiynrhlksze/home/｜資料擷取日 2026/10/08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賽事一覽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61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主辦／協辦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華碩電腦股份有限公司；協辦 Intel Corporation、Hailo Technologies Ltd.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主題方向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Creator AI（創作體驗）、Workplace AI（工作場域）、Everyday AI（日常生活）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競賽賽道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Battlefield Lightning（UGen300，Edge AI）／Battlefield Thunderstorm（Intel Arc Pro B70，Agentic AI）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參賽資格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全球年滿 18 歲之大專院校學生、研究生、開發者及專業人士；國籍不限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隊伍人數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1–5 人（可個人報名）；每人限一件作品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參賽形式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國際線上組（遠端評選）／實體競賽組（12/19 ASUS 總部現場）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Stage I 截止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2026/10/14（三）17:00（Asia/Taipei）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初賽繳件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英文提案簡報（正文 ≤ 20 頁）＋英文實機展演影片（≤ 3 分鐘）＋GitHub 連結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獎金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總獎金池逾 USD 20,000；冠軍最高 USD 5,000，實體組冠軍另加碼 USD 1,000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 Stage I 截止只剩 6 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38404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天（自 10/08 起算）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3840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2026/10/14（三）17:00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Asia/Taipei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0" y="1600200"/>
            <a:ext cx="6309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截止前必須完成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148840"/>
            <a:ext cx="63093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選定一個主題方向＋一個競賽賽道（Lightning 或 Thunderstorm），並擇一參賽形式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英文提案簡報：正文 ≤ 20 頁，涵蓋問題定義、解決方案、軟硬體架構、預期效益、參考文獻與 GitHub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英文實機展演影片：建議 ≤ 3 分鐘，上傳 YouTube 並設為「知道連結者可觀看」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原始碼專案連結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預留上傳與檢查時間：以系統後台收件紀錄為準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競賽緣起：從 AI 能跑，到 AI 落地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76656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終端算力躍升、模型輕量化、部署工具成熟：開發者可依效能、資料架構、隱私與情境，自由選擇雲端、裝置端或混合架構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硬體效能不再是瓶頸，下一步是把多元 AI 技術變成「直擊痛點」的落地應用</a:t>
            </a:r>
            <a:endParaRPr lang="en-US" sz="1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期待團隊從一個具體痛點出發，打造可運行、可驗證的原型；無論 Edge AI 或 Enterprise AI，最終孵化成具商業價值的解決方案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0" y="137160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主辦單位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920240"/>
            <a:ext cx="3383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華碩電腦股份有限公司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ASUSTeK Computer Inc.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365760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C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協辦單位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206240"/>
            <a:ext cx="3383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 Corporation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Hailo Technologies Ltd.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三大主題方向：任一主題可搭配任一運算平台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74720" cy="42976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Creator AI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創作體驗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讓創作靈感更即時地轉化為成果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14800"/>
            <a:ext cx="3017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發想舉例：智慧影像處理與即時渲染、資料整理、使用者或物件屬性的情境感知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474720" cy="42976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Workplace AI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工作場域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提升工作場域的效率與安全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114800"/>
            <a:ext cx="3017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發想舉例：訪客監控、安全帽偵測、實驗室樣本溫度分析、視覺品質檢測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371600"/>
            <a:ext cx="3474720" cy="42976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Everyday AI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日常生活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將低功耗智慧落實於居家與日常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114800"/>
            <a:ext cx="3017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發想舉例：兒童與寵物行為偵測、智慧穿搭建議、姿勢監測等個人化工具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每隊選一個主題 + 一個運算平台（賽道），僅能以一件作品報名一個運算平台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兩大賽道：依算力需求選擇運算平台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Battlefield Lightning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輕量運算組｜ASUS UGen300 AI Accelerator（M.2 或 USB）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9377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搭載 Hailo-10H AI 晶片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 40 TOPS（INT4）＋ 8GB 專屬記憶體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150+ 種預訓練模型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適合本地推論、影像辨識、情境感知等 Edge AI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II：每隊獲贈一台 UGen300，賽後無須歸還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Battlefield Thunderstorm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高效開發組｜ASUS UGen Intel Arc Pro B70 32GB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697480"/>
            <a:ext cx="49377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 367 TOPS（INT8）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32GB 記憶體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適合高算力、大型代理式 AI（Agentic AI）工作負載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II：主辦提供虛擬主機，透過 SDV 系統開發驗證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實體組可另約 ASUS 總部測試空間實機驗證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完整硬體規格、系統需求、開發工具與資源取得方式，見競賽網站「運算平台說明」專頁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參賽資格、組隊規則與兩種參賽形式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參加資格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40233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開放全球年滿 18 歲之大專院校學生、研究生、開發者及各領域專業人士；國籍不限。需具備 AI 模型佈署與軟硬體整合基本能力，以完成 Stage II 實機／指定環境驗證。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組隊規則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40233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每隊 1–5 人，個人或團體皆可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歡迎跨背景、跨專業、跨院校組隊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每人限一件作品，不得重複報名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  <a:gridCol w="26974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國際線上組 Global Online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實體競賽組 Onsite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決賽形式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提案簡報＋實機展演影片＋GitHub 遠端評選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另須於 ASUS 總部現場提案、問答與實機展演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是否到場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無須到場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2026/12/19（六）親赴 ASUS 總部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入圍名額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每賽道前 5 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每賽道前 5 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937760" y="4434840"/>
            <a:ext cx="6675120" cy="1234440"/>
          </a:xfrm>
          <a:prstGeom prst="roundRect">
            <a:avLst>
              <a:gd name="adj" fmla="val 8889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66360" y="4572000"/>
            <a:ext cx="62636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報名限制：每隊只能選一個賽道，並在該賽道下擇一參賽形式；不得跨賽道、跨組別或重複報名。參賽形式只影響決賽繳交與評選方式。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賽程：兩階段，從方案海選到實機決賽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607040" cy="0"/>
          </a:xfrm>
          <a:prstGeom prst="line">
            <a:avLst/>
          </a:prstGeom>
          <a:noFill/>
          <a:ln w="25400">
            <a:solidFill>
              <a:srgbClr val="C5CE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9/4（五）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線上徵件開跑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9/30（三）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× Hailo、ASUS × Intel 技術線上說明會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2542032"/>
            <a:ext cx="402336" cy="402336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10/14（三）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 提案截止 17:00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10/26（一）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公布入圍；寄送 UGen300、開放 SDV 與總部測試空間預約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11/6–12/4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 開發期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12/4（五）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國際線上組決賽提交截止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97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97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12/10（四）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實體組決賽簡報截止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561320" y="2542032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613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12/19（六）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0" y="3108960"/>
            <a:ext cx="12801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決賽暨頒獎典禮（ASUS 總部立功大樓）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8463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4937760"/>
            <a:ext cx="50292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I｜方案海選：繳交企劃書與設計概念架構，不限指定硬體（筆電、SBC、虛擬主機皆可模擬）。每賽道選 10 隊（線上 5＋實體 5），共 20 隊晉級。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8463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4937760"/>
            <a:ext cx="50292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II｜實機開發與決賽：必須使用所選賽道的指定平台與主辦開發環境，完成原型開發、軟硬體整合與效能驗證，依參賽形式繳交成果。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 初賽繳件規範（10/14 截止）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035040" cy="4754880"/>
          </a:xfrm>
          <a:prstGeom prst="roundRect">
            <a:avLst>
              <a:gd name="adj" fmla="val 230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572768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提案簡報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5577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全份英文；正文 ≤ 20 頁（附錄不計）。必須涵蓋：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200"/>
            <a:ext cx="55778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情境背景與問題定義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解決方案（採用之工具、技術與方法論）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軟硬體架構設計與系統規劃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預期效益與產出成果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參考文獻與 GitHub 原始碼專案連結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32588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0" y="155448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1572768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實機展演影片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2976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英文說明為主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 3 分鐘以內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說明提案構想與功能操作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 YouTube，設定「知道連結者可觀看」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繳件時提供網址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決賽繳件：線上組 vs. 實體組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E3F4F5"/>
          </a:solidFill>
          <a:ln w="12700">
            <a:solidFill>
              <a:srgbClr val="E3F4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國際線上組｜12/4 截止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50292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英文決賽簡報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實機展演影片 ≤ 10 分鐘，英文說明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Lightning：須呈現 UGen300 實際運作畫面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Thunderstorm：須呈現虛擬環境／SDV 系統實際操作與驗證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GitHub：系統架構圖、README、模型資訊、效能驗證資料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12/19 與實體組同步公布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FF0E3"/>
          </a:solidFill>
          <a:ln w="12700">
            <a:solidFill>
              <a:srgbClr val="FFF0E3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7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實體競賽組｜12/19 現場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57400"/>
            <a:ext cx="48463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英文決賽簡報 12/10 前繳交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舞台提案說明、評審問答、成果展演（口說不限英文）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技術審核：提交 GitHub 文件，評審可抽驗程式邏輯、README 與硬體整合細節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地點：ASUS 總部立功大樓（臺北市北投區立德路 115 號）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得獎結果現場公布，同日頒獎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評分標準：商業潛力與可行性最重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94944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商業潛力與可行性 35%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737360"/>
            <a:ext cx="4663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軟硬體架構是否可實施、預期成果是否可達成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創新與創意 30%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834640"/>
            <a:ext cx="4663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概念原創性，以及硬體整合方案的獨特性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實用價值 25%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3931920"/>
            <a:ext cx="4663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所解決問題的實質意義與終端使用者採用可能性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敘事表達與展現力 10%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5029200"/>
            <a:ext cx="4663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說明的感染力、流暢度與視覺傳達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580644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評審：UGen AI League Committee（ASUS、Intel、Hailo AI 專家）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獎項與獎金：總獎金池逾 USD 20,000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83080"/>
                <a:gridCol w="196596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獎項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Battlefield Lightning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Battlefield Thunderstorm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實體組加碼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冠軍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4,500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5,000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USD 1,000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最佳創新獎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1,700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USD 200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最佳硬體整合獎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1,700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USD 200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最佳商業潛力獎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1,500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USD 1,700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USD 200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371600"/>
            <a:ext cx="3749040" cy="2834640"/>
          </a:xfrm>
          <a:prstGeom prst="roundRect">
            <a:avLst>
              <a:gd name="adj" fmla="val 38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 6,000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468880"/>
            <a:ext cx="3383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單一隊伍最高可得：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Thunderstorm 冠軍 USD 5,000＋實體組加碼 USD 1,000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26280"/>
            <a:ext cx="109728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同賽道的線上組與實體組合併評選、共同競逐獎項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每位獲獎者另獲 ASUS Certificate of Achievement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作品不足或未達標準，得由過半數評審決議從缺或調整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作品規範、智財授權與稅務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原創與權利擔保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0175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限未曾公開發表、參賽、展出或獲獎之作品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須合法擁有圖片、文字、程式碼、模型、資料等素材使用權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不得含暴力、色情、侵權、詆毀或無關廣告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作品概不退還，請自行備份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作品授權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57400"/>
            <a:ext cx="30175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著作人格權歸參賽者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得獎作品著作財產權永久、無償授權主辦及 Intel、Hailo 國內外使用，並可再授權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未獲獎作品超出成果展示範圍之使用，另行簽約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附件：著作財產權授權暨肖像授權同意書（.docx）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稅務與領獎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57400"/>
            <a:ext cx="30175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境內居住者年度獎項 &gt; NT$1,000 開扣繳憑單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NT$20,010 須先繳 10% 機會中獎稅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非境內居住者一律先扣 20%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逾期未回覆或資料錯誤視同放棄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其他注意事項與聯絡方式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0" y="45720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0058400" y="457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預留上傳與檢查時間；是否完成繳件以系統後台收件紀錄為準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系統異常：截止前將問題說明與畫面截圖寄至賽務信箱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主辦得檢視偽造、詐欺、冒名、利用系統漏洞等行為並取消資格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主辦得取消、終止、修改或暫停活動，以網站公告為準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投稿後「待審核」狀態可自行修改；通過審核後需聯繫主辦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保存投稿序號（SID）信件以便查詢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目前「最新公告」尚無內容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137160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賽務小組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asus_aihackathon@bhuntr.com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02-7730-7613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154680"/>
            <a:ext cx="3657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獎金獵人客服：contest@bhuntr.com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LINE@ @bhuntr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206240"/>
            <a:ext cx="3657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報名：競賽頁「馬上報名」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說明／公告／Q&amp;A 三個分頁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參賽行動清單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002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10/08–10/09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決定主題、賽道（Lightning／Thunderstorm）與參賽形式（線上／實體）；完成報名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10/10–10/11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定義痛點與解法；以筆電、SBC 或虛擬主機先做初期模擬，建立 GitHub 專案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10/12–10/13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撰寫英文提案簡報（≤ 20 頁）並錄製英文展演影片（≤ 3 分鐘）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434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 17:00 前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上傳簡報、YouTube 連結與 GitHub 連結，確認收到系統通知信並保存 SID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57800"/>
            <a:ext cx="2194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10/26 之後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52578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若入圍：Lightning 等待 UGen300 寄送；Thunderstorm 申請 SDV 虛擬主機；Stage II 開發至 12/4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5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賽務聯絡：asus_aihackathon@bhuntr.com｜02-7730-7613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athon Brief">
  <a:themeElements>
    <a:clrScheme name="Hackathon Brief">
      <a:dk1>
        <a:srgbClr val="1B1F2A"/>
      </a:dk1>
      <a:lt1>
        <a:srgbClr val="FFFFFF"/>
      </a:lt1>
      <a:dk2>
        <a:srgbClr val="14213D"/>
      </a:dk2>
      <a:lt2>
        <a:srgbClr val="EEF2F7"/>
      </a:lt2>
      <a:accent1>
        <a:srgbClr val="FF7A1A"/>
      </a:accent1>
      <a:accent2>
        <a:srgbClr val="0E9AA7"/>
      </a:accent2>
      <a:accent3>
        <a:srgbClr val="D7263D"/>
      </a:accent3>
      <a:accent4>
        <a:srgbClr val="5B6C8F"/>
      </a:accent4>
      <a:accent5>
        <a:srgbClr val="F4C542"/>
      </a:accent5>
      <a:accent6>
        <a:srgbClr val="2E8B57"/>
      </a:accent6>
      <a:hlink>
        <a:srgbClr val="0E9AA7"/>
      </a:hlink>
      <a:folHlink>
        <a:srgbClr val="5B6C8F"/>
      </a:folHlink>
    </a:clrScheme>
    <a:fontScheme name="Hackathon Brief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ASUS UGen AI League 創新黑客松｜競賽情報</dc:title>
  <dc:subject>PptxGenJS Presentation</dc:subject>
  <dc:creator>CV-RAG-LLM-Papers</dc:creator>
  <cp:lastModifiedBy>CV-RAG-LLM-Papers</cp:lastModifiedBy>
  <cp:revision>1</cp:revision>
  <dcterms:created xsi:type="dcterms:W3CDTF">2026-10-08T07:24:26Z</dcterms:created>
  <dcterms:modified xsi:type="dcterms:W3CDTF">2026-10-08T07:24:26Z</dcterms:modified>
</cp:coreProperties>
</file>