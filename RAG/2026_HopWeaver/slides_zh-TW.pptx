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Bridge Q-Only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Sheet1!$A$2:$A$5</c:f>
              <c:strCache>
                <c:ptCount val="4"/>
                <c:pt idx="0">
                  <c:v>GPT-4o</c:v>
                </c:pt>
                <c:pt idx="1">
                  <c:v>Claude-3.7-Sonnet</c:v>
                </c:pt>
                <c:pt idx="2">
                  <c:v>Llama-3.3-70B</c:v>
                </c:pt>
                <c:pt idx="3">
                  <c:v>Qwen3-8B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29.0</c:v>
                </c:pt>
                <c:pt idx="1">
                  <c:v>23.0</c:v>
                </c:pt>
                <c:pt idx="2">
                  <c:v>18.0</c:v>
                </c:pt>
                <c:pt idx="3">
                  <c:v>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Bridge Q+Docs</c:v>
                </c:pt>
              </c:strCache>
            </c:strRef>
          </c:tx>
          <c:spPr>
            <a:solidFill>
              <a:srgbClr val="1B5E7A"/>
            </a:solidFill>
          </c:spPr>
          <c:cat>
            <c:strRef>
              <c:f>Sheet1!$A$2:$A$5</c:f>
              <c:strCache>
                <c:ptCount val="4"/>
                <c:pt idx="0">
                  <c:v>GPT-4o</c:v>
                </c:pt>
                <c:pt idx="1">
                  <c:v>Claude-3.7-Sonnet</c:v>
                </c:pt>
                <c:pt idx="2">
                  <c:v>Llama-3.3-70B</c:v>
                </c:pt>
                <c:pt idx="3">
                  <c:v>Qwen3-8B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51.0</c:v>
                </c:pt>
                <c:pt idx="1">
                  <c:v>50.0</c:v>
                </c:pt>
                <c:pt idx="2">
                  <c:v>45.0</c:v>
                </c:pt>
                <c:pt idx="3">
                  <c:v>47.0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Compare Q-Only</c:v>
                </c:pt>
              </c:strCache>
            </c:strRef>
          </c:tx>
          <c:spPr>
            <a:solidFill>
              <a:srgbClr val="E8C4A8"/>
            </a:solidFill>
          </c:spPr>
          <c:cat>
            <c:strRef>
              <c:f>Sheet1!$A$2:$A$5</c:f>
              <c:strCache>
                <c:ptCount val="4"/>
                <c:pt idx="0">
                  <c:v>GPT-4o</c:v>
                </c:pt>
                <c:pt idx="1">
                  <c:v>Claude-3.7-Sonnet</c:v>
                </c:pt>
                <c:pt idx="2">
                  <c:v>Llama-3.3-70B</c:v>
                </c:pt>
                <c:pt idx="3">
                  <c:v>Qwen3-8B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69.0</c:v>
                </c:pt>
                <c:pt idx="1">
                  <c:v>47.0</c:v>
                </c:pt>
                <c:pt idx="2">
                  <c:v>49.0</c:v>
                </c:pt>
                <c:pt idx="3">
                  <c:v>50.0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Compare Q+Docs</c:v>
                </c:pt>
              </c:strCache>
            </c:strRef>
          </c:tx>
          <c:spPr>
            <a:solidFill>
              <a:srgbClr val="C2662D"/>
            </a:solidFill>
          </c:spPr>
          <c:cat>
            <c:strRef>
              <c:f>Sheet1!$A$2:$A$5</c:f>
              <c:strCache>
                <c:ptCount val="4"/>
                <c:pt idx="0">
                  <c:v>GPT-4o</c:v>
                </c:pt>
                <c:pt idx="1">
                  <c:v>Claude-3.7-Sonnet</c:v>
                </c:pt>
                <c:pt idx="2">
                  <c:v>Llama-3.3-70B</c:v>
                </c:pt>
                <c:pt idx="3">
                  <c:v>Qwen3-8B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94.0</c:v>
                </c:pt>
                <c:pt idx="1">
                  <c:v>91.0</c:v>
                </c:pt>
                <c:pt idx="2">
                  <c:v>74.0</c:v>
                </c:pt>
                <c:pt idx="3">
                  <c:v>62.0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5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HopWeaver 是 ACL 2026 長文，主題是自動合成多跳問答資料。作者宣稱這是第一個不需人工介入、跨文件合成多跳問題的框架。報告順序：問題背景、兩種題型的合成流程、提升效率的 reranker 微調、三維度評估系統，以及結果與限制。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多跳問答（MHQA）是評估 LLM 與 RAG 系統整合多來源資訊能力的重要基準。但現有資料集有三個問題：人工標註昂貴且有偏差；很多題目其實是偽多跳，只看一篇文件就答得出來；既有的自動合成方法，要嘛需要人工先挑好成對的證據文件，要嘛依賴知識圖譜或模板，無法直接從原始語料自動找出可以組合的文件。作者把根本困難歸納為兩點：找不到能串起兩份文件的橋接實體，以及檢索到的文件和來源文件內容重複、不是互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兩種題型沿用 HotpotQA 等資料集的分類。Bridge 題：答案要經過一個中間實體，例如先從文件 A 找出湯姆漢克斯演 Chuck Noland 的電影，再從文件 B 找出這部電影的導演；題目本身不能直接說出電影名稱，否則就變成單跳題。Comparison 題：兩個實體在同一個屬性上比較，資訊分散在兩份文件。Bridge 題的橋接實體是電影《Cast Away》，答案是 Robert Zemeckis；Comparison 題的答案是湯姆漢克斯。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這是完整框架。上半是 Bridge 題：辨識橋接實體、由粗到細的檢索、組合問答。下半是 Comparison 題：抽取實體與屬性、產生查詢並檢索、比較屬性值組成問答。兩條流程最後都進入共用的潤飾與驗證模組，輸出 PASS、ADJUST、REWORK 或 REJECT 四種結果。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題四個步驟。第一步：隨機抽一篇來源文件，請 LLM 從中挑出一段文字和一個適合當橋樑的實體，並寫出檢索查詢。第二步粗檢索：用修改版的 MMR，分數同時考慮三件事：和查詢相關、和來源文件不相似（避免重複）、和已選文件彼此不同。三個 λ 控制權重。第三步用微調過的 reranker 精排。第四步：從來源文件出子問題一（答案是橋接實體），從互補文件出子問題二（題目含橋接實體），再融合成一題、隱藏橋接實體。如果融合失敗或違反『事實分散』『不能走捷徑』兩個約束，就換排名下一篇文件重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題的流程。先從隨機文件找出主體實體和 3 到 5 組可比較的屬性值，例如數值、日期、類別；每個實體和屬性都用 1 到 5 分評估是否夠具體，低分的淘汰。接著有兩種檢索策略：如果 LLM 有把握，就直接推薦一個可比較的實體並驗證；否則預設用多樣化搜尋，產生三個不同查詢找同類型實體。組題時對應兩種方式：指定實體與屬性的 Guided Comparison，或逐一嘗試屬性直到找到可比較組合的 Open Discovery。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Reranker 的訓練資料是自動產生的：模擬 Bridge 合成流程，對每篇候選文件嘗試組題，成功的當正例、失敗的當負例，組成對比三元組，用 cross-entropy 訓練。Table 5 是消融：標準稠密檢索成功率 70.1%，加上 MMR 多樣化 70.9%，再加 zero-shot reranker 74.0%，換成微調 reranker 75.3%，平均嘗試次數也從 1.59 降到 1.17。成功率的提升幅度不大，主要好處是減少嘗試次數、降低 API 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潤飾與驗證模組會對每道題輸出四種結果之一：通過、微調用字、大幅改寫、或拒絕。它確保題目確實需要跨文件推理、Bridge 題不洩漏橋接實體、而且不暴露中間步驟。Table 6 的消融：對 Gemini-2.5-flash 這種強模型，潤飾的提升很小；對 GLM-4-9B，Bridge 題多跳比例從 84.5% 到 89.8%、分數從 3.71 到 3.87。所以作者主張潤飾模組讓小模型也能產出高品質資料，比直接換大模型划算。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評估分三個維度。第一，LLM 評審：用 5 個評審模型、1 到 5 分量表打分，取平均。作者以自我一致性作為選評審的標準，專有模型如 GPT-4o 表現好，開源的 Gemma-3-27b 穩定且便宜；人工成對比較和評審排序的一致率是 94%。第二，可答性與難度：只給題目時答不好、給了黃金證據就答得出來，代表題目需要證據、而且證據足夠。第三，證據可取得性：用三種檢索器看證據文件能不能從語料中找到，以及能不能一次找齊。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1：每個來源抽 500 題，由 5 個 LLM 評審。用 Gemini-2.5-flash 生成時，Bridge 題 96.4% 是真正多跳、平均 4.27 分；Comparison 題 98.6%、4.45 分，都高於三個人工資料集。開源模型 QwQ-32B 的 Bridge 多跳比例 98.9% 最高；最小的 GLM-4-9B 也有 89.8% 和 93.9%。右邊雷達圖顯示 HopWeaver 在邏輯複雜度與資訊整合兩個維度特別突出，人工資料集只在簡潔度略勝。要留意這些品質分數本身來自 LLM 評審，作者用 94% 的人工一致率支持其可靠性。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2：各抽 100 題，比較只給題目與給題目加黃金證據的表現。所有模型給證據後都大幅提升，例如 GPT-4o 在 Bridge 題 EM 從 29% 到 51%，Compare 題從 69% 到 94%。這同時說明兩件事：只靠模型內部知識答不出來，所以題目有難度；給了證據就答得出來，所以題目可回答。Bridge 題即使給證據 EM 也只有一半左右，作者的錯誤分析認為主要是模型的多跳推理能力不足，而非題目瑕疵。圖中為 EM，F1 數值見原文。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 Table 3：用三種檢索器找證據文件。BM25 的 Recall@20 有 0.705，代表證據確實存在語料中；但 Support F1 只有 0.17 到 0.22，代表要一次把所有證據找齊很困難，這也間接證明題目真的是多跳。檢索器排名是 BM25 &gt; GTE &gt; E5，資料集可以區分檢索方法。右邊 Table 4：用 FlashRAG 跑 5 種 RAG 方法。在 HopWeaver Bridge 題上，只有 SuRe 略勝標準 RAG；FLARE 和 IRCoT 大幅落後。IRCoT 在 HotpotQA 是最好的，在 HopWeaver Bridge 題卻掉到 0.158。作者的解讀是進階 RAG 方法可能過度適應既有資料集的推理模式。注意 HotpotQA 和 2Wiki 的數字是 FlashRAG 發表的分數，不是作者在同一環境下重跑的。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效率方面，作者用 Gemini 各生成 100 題成功樣本，記錄各階段淘汰數。Bridge 題主要淘汰在子問題生成（29 次，占 Bridge 淘汰的 78%），代表在昂貴步驟之前就先過濾掉不合適的候選。Polisher 的淘汰率低，表示上游產出已經不錯。平均每題 7.6 次 API 呼叫。限制：作者自己提到依賴生成模型能力與語料品質、可能放大語料偏誤、只在英文 Wikipedia 上評估。最後一點是我補充的：主要品質分數來自 LLM 評審，雖然有 94% 的人工一致率，但仍是間接證據。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總結：HopWeaver 用橋接實體、互補文件檢索、自我監督的 reranker 和潤飾驗證，做到全自動合成多跳題，品質達到或超越人工資料集。更有意思的發現是，進階 RAG 方法在這些新題目上常常不如標準 RAG，表示現有基準可能高估了它們的泛化能力。和 repo 裡的 AutoMCQA 對照：兩者都是從語料自動生題，但 AutoMCQA 一個 chunk 出一題，偏重領域知識；HopWeaver 刻意要求跨文件推理。討論點：如果要用在中文或專業領域語料，嵌入模型與 Polisher 的提示需要怎麼調整？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RAG · 多跳問答資料合成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HopWeaver：從原始語料全自動合成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真正需要跨文件推理的多跳問題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以橋接實體與互補文件檢索建構 Bridge／Comparison 兩類問題，品質達到或超越人工標註資料集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617720"/>
            <a:ext cx="10332720" cy="0"/>
          </a:xfrm>
          <a:prstGeom prst="line">
            <a:avLst/>
          </a:prstGeom>
          <a:ln w="12700">
            <a:solidFill>
              <a:srgbClr val="D5DB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Zhiyu Shen, Jiyuan Liu, Yunhe Pang, Yanghui Rao, Fu Lee Wang, Jianxing Yu｜中山大學、香港都會大學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ACL 2026（Long Papers）pp. 28078–28109 · 程式：github.com/Zh1yuShen/HopWeaver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多跳 QA 資料難以大量建置，既有合成方法常產生「偽多跳」題目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600200"/>
            <a:ext cx="3515258" cy="7315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人工標註昂貴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63240"/>
            <a:ext cx="3515258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3246120"/>
            <a:ext cx="3515258" cy="2011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HotpotQA、2Wiki、MuSiQue 依賴人工，難以涵蓋多樣推理路徑，且帶有標註偏差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8218" y="1600200"/>
            <a:ext cx="3515258" cy="7315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46888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偽多跳題目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38218" y="3063240"/>
            <a:ext cx="3515258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338218" y="3246120"/>
            <a:ext cx="3515258" cy="2011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不少號稱多跳的題目，只靠單一文件就能回答（Min et al., 2019）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6" y="1600200"/>
            <a:ext cx="3515258" cy="7315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6" y="246888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既有合成方法的限制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27796" y="3063240"/>
            <a:ext cx="3515259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127796" y="3246120"/>
            <a:ext cx="3515258" cy="2011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需要人工提供證據文件，或依賴知識圖譜與模板，難以直接從原始語料生成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兩個核心難題：找不到跨文件的橋接實體，以及檢索到的文件只是重複而非互補。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 · §1–2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題型定義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兩種題型：以橋接實體串接（Bridge），或比較共同屬性（Comparison）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1_motivating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937760" cy="4279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7842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1：上為 Bridge 題、下為 Comparison 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569945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74519"/>
            <a:ext cx="5699455" cy="1463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Q：湯姆·漢克斯飾演 Chuck Noland 的電影是誰導演的？（答：Robert Zemeckis）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文件 A 找出電影《Cast Away》（橋接實體），文件 B 找出導演；題目中不直接出現橋接實體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566160"/>
            <a:ext cx="569945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23360"/>
            <a:ext cx="5699455" cy="1463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Q：湯姆·漢克斯與李奧納多·狄卡皮歐，誰得過較多座奧斯卡最佳男主角？（答：湯姆·漢克斯）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兩份文件各提供一個實體在同一屬性上的值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 · Figure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方法總覽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整體框架：兩條合成流程共用最後的潤飾與驗證模組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94415" cy="3972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71305"/>
            <a:ext cx="11094415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2：上（綠）為 Bridge 題合成，下（藍）為 Comparison 題合成，右側為 Polishing &amp; Validation（PASS / ADJUST / REWORK / REJECT）。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91616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13232" y="587959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全程只需原始語料（實驗使用英文 Wikipedia），不需人工挑選證據文件或知識圖譜。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 · Figure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Bridge 合成流程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Bridge 題：先找橋接實體，再檢索「相關但不重複」的互補文件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08760"/>
            <a:ext cx="249928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249928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1 橋接實體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499283" cy="14630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224963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從隨機文件 d_s 選出段落與橋接實體 e_b，並產生檢索查詢 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7923" y="242316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3683" y="1508760"/>
            <a:ext cx="249928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1536192"/>
            <a:ext cx="249928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2 粗檢索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683" y="2011680"/>
            <a:ext cx="2499283" cy="14630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0843" y="2148840"/>
            <a:ext cx="2224963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修改版 MMR：與 q 相關、與 d_s 不相似、彼此多樣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2967" y="242316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1508760"/>
            <a:ext cx="249928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536192"/>
            <a:ext cx="249928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3 細排序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2011680"/>
            <a:ext cx="2499283" cy="14630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2148840"/>
            <a:ext cx="2224963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以微調過的 reranker 重新排序，取前 k 篇作為候選 d_t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011" y="242316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3771" y="1508760"/>
            <a:ext cx="249928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771" y="1536192"/>
            <a:ext cx="249928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4 組題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3771" y="2011680"/>
            <a:ext cx="2499283" cy="14630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148840"/>
            <a:ext cx="2224963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兩個子問題融合成一題；違反約束就換下一篇 d_t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49039"/>
            <a:ext cx="1109441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13048"/>
            <a:ext cx="10728655" cy="54864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Score(d_i) = λ₁·sim(q, d_i) − λ₂·sim(d_i, d_s) − λ₃·max_{d_j∈S} sim(d_i, d_j)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約束：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Fact Distribution（事實分散在兩份文件）與 No-Shortcut（不能單靠一份文件作答）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 · §3.1、Eq. (1)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Comparison 合成流程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Comparison 題：抽出可比較的屬性，再以兩種策略尋找可比較的實體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63040"/>
            <a:ext cx="512064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實體與屬性擷取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120640" cy="3200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從隨機文件辨識主體實體 e_a 與其類型（人物、地點、組織…）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擷取 3–5 組可比較的屬性值（數值、日期、類別）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實體與屬性各以 1–5 分評估具體程度，低於門檻者淘汰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2513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兩種檢索策略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965960"/>
          <a:ext cx="5425135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0240"/>
                <a:gridCol w="2377440"/>
                <a:gridCol w="11274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策略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做法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對應組題方式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Direct Recommendation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LLM 直接推薦可比較實體 e_c，以驗證查詢檢索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Guided Comparison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Diversified Search（預設）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產生 3 個多樣查詢找同類實體，合併前 k 筆結果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Open Discovery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LLM 只有在能確定可比較實體時才用 Direct Recommendation，否則預設 Diversified Search。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 · §3.2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Reranker 微調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以合成成敗作為監督訊號微調 reranker，成功率提升、嘗試次數下降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3_fine_tuning_reran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403" y="1371600"/>
            <a:ext cx="6716888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685032"/>
            <a:ext cx="11094415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3：模擬 Bridge 合成流程，能成功組題的文件為正例 d⁺、失敗為負例 d⁻，組成 (e_b, d⁺, d⁻) 對比三元組。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069080"/>
          <a:ext cx="658368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8960"/>
                <a:gridCol w="1737360"/>
                <a:gridCol w="17373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檢索策略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成功率 (%) ↑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平均嘗試次數 ↓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Standard Dense Retrieval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70.1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Diverse (MMR)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70.9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1.62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Diverse + Rerank (ZS)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74.0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Diverse + Rerank (FT，本文)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75.3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1.17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7589520" y="4114800"/>
            <a:ext cx="0" cy="155448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772400" y="4069080"/>
            <a:ext cx="3870655" cy="1737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監督訊號直接來自下游任務成敗，不需人工標註；微調後平均每題所需嘗試次數從 1.59 降到 1.17。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 · §3.3、Table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Polisher 消融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潤飾模組對弱模型幫助最大：GLM-4-9B 的 Bridge 題分數 3.71 → 3.87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17320"/>
            <a:ext cx="420624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四種輸出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42062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0160"/>
                <a:gridCol w="292608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處理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直接接受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ADJUST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修飾用字與流暢度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REWORKED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大幅改寫題目與推理路徑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有無法修復的缺陷，捨棄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12079" y="1463040"/>
          <a:ext cx="6430975" cy="3621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/>
                <a:gridCol w="777240"/>
                <a:gridCol w="1097280"/>
                <a:gridCol w="1005840"/>
                <a:gridCol w="1097280"/>
                <a:gridCol w="990295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生成模型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版本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Bridge 多跳 %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Bridge 分數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Comp. 多跳 %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Comp. 分數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Gemini-2.5-flash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原始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95.2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98.0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潤飾後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96.4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98.6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QwQ-32B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原始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97.6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97.2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潤飾後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98.9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97.4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Qwen3-14B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原始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96.8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94.0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潤飾後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96.9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95.9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GLM-4-9B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原始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84.5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92.8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潤飾後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89.8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3.87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四個生成模型潤飾後各項指標皆不降；模型越弱，潤飾帶來的提升越明顯。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 · §3.4、Table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評估設計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三維度評估系統：LLM 評審品質、可答性與難度、證據可取得性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08760"/>
            <a:ext cx="3515258" cy="73152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LLM-as-Judge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515258" cy="13716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5 個 LLM 評審以 1–5 Likert 量表評分，取平均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3515258" cy="13716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重視自我一致性；人工成對比較與評審排序一致率 94%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218" y="1508760"/>
            <a:ext cx="3515258" cy="73152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8218" y="169164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可答性與難度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8218" y="2286000"/>
            <a:ext cx="3515258" cy="13716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Q-Only：只給題目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Q+Docs：給題目與全部黃金證據文件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8218" y="3794760"/>
            <a:ext cx="3515258" cy="13716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Q+Docs 明顯高於 Q-Only，代表題目需要證據且可回答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508760"/>
            <a:ext cx="3515258" cy="73152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69164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證據可取得性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286000"/>
            <a:ext cx="3515258" cy="13716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BM25、GTE、E5 三種檢索器取回前 k 篇文件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3794760"/>
            <a:ext cx="3515258" cy="13716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MAP、Recall@k、NDCG@k、Support F1（完整證據集）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比較基準為三個人工資料集：HotpotQA、2WikiMultiHopQA、MuSiQue；語料為英文 Wikipedia。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 · §4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1：品質評估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合成題目的多跳比例與品質分數，達到或超越人工標註資料集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400800" cy="3438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0320"/>
                <a:gridCol w="1005840"/>
                <a:gridCol w="914400"/>
                <a:gridCol w="1005840"/>
                <a:gridCol w="91440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來源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Bridge 多跳 %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Bridge 分數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Comp. 多跳 %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Comp. 分數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HopWeaver · Gemini-2.5-flash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96.4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4.27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98.6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4.45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HopWeaver · QwQ-32B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98.9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97.4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4.40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HopWeaver · Qwen3-14B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96.9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95.9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HopWeaver · GLM-4-9B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89.8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3.87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HotpotQA（人工）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92.8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95.6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2WikiMultiHopQA（人工）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92.8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4.04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97.6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4.42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MuSiQue（人工）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4_radar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068" y="1371600"/>
            <a:ext cx="4308118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4910327"/>
            <a:ext cx="4327855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4：各品質維度雷達圖（刻度截取 3.0–4.5）。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91616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7959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Gemini 版本兩類題目皆最佳；人工資料集僅在「簡潔度」略佔優勢。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 · Table 1（500 題、5 個 LLM 評審）、Figure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2：可答性與難度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給予黃金證據後 EM 大幅提升：題目確實需要證據，且證據足以作答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8046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961119" y="1463040"/>
            <a:ext cx="0" cy="384048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43999" y="1417320"/>
            <a:ext cx="2499055" cy="4114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GPT-4o Bridge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：EM 29.0 → 51.0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GPT-4o Compare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：EM 69.0 → 94.0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Qwen3-8B Bridge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：F1 22.3 → 60.2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Bridge 題即使給證據，EM 仍約 50%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：作者錯誤分析指出主要是模型推理限制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 · Table 2（Exact Match %，各 100 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3：檢索與 RAG 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單篇證據容易找到、整組證據難以一次取齊，進階 RAG 方法反而常輸給標準 RAG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17320"/>
            <a:ext cx="5318607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證據可取得性（Gemini 生成資料集）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5318604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5840"/>
                <a:gridCol w="1078191"/>
                <a:gridCol w="1078191"/>
                <a:gridCol w="1078191"/>
                <a:gridCol w="1078191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檢索器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MAP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Recall@20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NDCG@10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Support F1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BM25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0.5605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0.7050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0.6510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0.2217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GTE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0.5092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0.6250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0.5946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0.1967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E5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0.4107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0.4943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0.1717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5318607" cy="1463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Recall@20 達 0.58–0.71，證據確實存在於語料中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Support F1 僅 0.17–0.22，要一次取齊所有證據很難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417320"/>
            <a:ext cx="5318607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RAG 系統 F1（FlashRAG）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24447" y="1828800"/>
          <a:ext cx="5318604" cy="2304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/>
                <a:gridCol w="986751"/>
                <a:gridCol w="986751"/>
                <a:gridCol w="986751"/>
                <a:gridCol w="986751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方法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HW Bridge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HW Comp.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HotpotQA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2Wiki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Standard RAG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0.210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REPLUG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0.226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0.483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0.312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0.211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0.265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0.206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FLARE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0.136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0.303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0.280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0.339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IRCoT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0.158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0.279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4447" y="4297680"/>
            <a:ext cx="5318607" cy="1005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IRCoT 在 HotpotQA 上最佳（0.415），在 HopWeaver Bridge 題卻只有 0.158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 · Table 3、Table 4（HW = HopWeaver 合成資料）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效率與限制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多數淘汰發生在早期步驟；限制在於依賴生成模型與語料品質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各階段淘汰統計（Gemini，各 100 題成功樣本）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5486400" cy="2688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/>
                <a:gridCol w="2377440"/>
                <a:gridCol w="82296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題型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次數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比例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Bridge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Step 3a 子問題生成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22.3%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Bridge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Step 3b 問題融合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3.1%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Bridge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Polisher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Comparison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Step 2 屬性篩選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6.6%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Comparison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Step 3 組題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Comparison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Polisher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1.9%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5486400" cy="640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Step 3a 占 Bridge 淘汰的 78%；平均每題 7.6 次 API 呼叫（含重試）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1417320"/>
            <a:ext cx="505937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作者自述的限制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1874519"/>
            <a:ext cx="5059375" cy="34747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題目的複雜度與正確性受限於所用的生成模型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主題廣度與事實正確性取決於語料品質，可能放大語料中的偏誤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只在英文 Wikipedia 上評估；跨領域、多語言尚待驗證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品質評分主要來自 LLM 評審（人工一致率 94%）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 · Table 7、Limitations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從原始語料自動合成多跳題，可作為檢驗 RAG 系統泛化能力的新基準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554480"/>
            <a:ext cx="146304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55448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橋接實體 + MMR 互補檢索 + 以合成成敗微調的 reranker，加上潤飾驗證，全程無人工介入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40487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2560320"/>
            <a:ext cx="146304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品質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56032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Gemini 生成的多跳比例 96–99%、品質分數 4.27–4.45，達到或超越人工資料集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41071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3566160"/>
            <a:ext cx="146304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價值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56616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題目需要證據才答得出來；進階 RAG 方法在此資料上常不如標準 RAG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4165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48640" y="4572000"/>
            <a:ext cx="146304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延伸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57200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可遞迴擴展到 n 跳；適合缺乏標註資料的專業領域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討論｜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對照 AutoMCQA：同樣從語料自動生題，HopWeaver 重跨文件推理，AutoMCQA 重單一 chunk 的領域知識。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Shen et al. · HopWeaver · ACL 2026 (Long), pp. 28078–28109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