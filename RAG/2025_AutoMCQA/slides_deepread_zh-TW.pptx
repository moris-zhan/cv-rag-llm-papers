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開場：這篇論文提出一套可自動化、可規模化的科學文獻 MCQA 題庫生成框架，並用「推理軌跡檢索」證明小模型也能在專業考試上逼近甚至超越 GPT-4。今天會逐步拆解整條生成流程與實驗結果。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先講痛點：科學知識成長速度太快，靜態題庫跟不上，還有資料污染問題；人工建題庫又貴又慢。這是本論文的出發點。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四項貢獻：可規模化的HPC題庫生成pipeline、一個新的放射癌症生物學題庫、對8個小模型的系統性評測、以及證實推理軌跡檢索比原文片段檢索更有效。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整條 pipeline 的鳥瞰圖：左上是原始語料，右側是MCQ生成與驗證，左下是推理軌跡蒸餾與向量化，最後匯聚到SLM評測。務必說明兩條並行的向量資料庫（chunk vs. reasoning trace）是本論文對照實驗的關鍵。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語料來源：Semantic Scholar API 用放射與癌症生物學關鍵字搜尋，取得14,115篇全文PDF + 8,433篇摘要。用AdaParse做HPC分散式PDF解析，輸出JSON格式的文字與metadata。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為了解決小模型context window限制，用PubMedBERT做語意分塊，得到173,318個chunk。這些chunk會編碼成向量存入FAISS，同時也是後續生成MCQ的原始素材。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這是Q&amp;A製作流程的核心：GPT-4.1兩階段prompt——先擴寫chunk再產生MCQ（含distractor），第二個prompt專門評分1-10分，低於7分的直接丟棄。173,318題候選最後只留16,680題。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強調這個schema就是Q&amp;A製作流程「留痕」的關鍵：不只存題目本身，還存了它從哪個chunk、哪個檔案來的，以及兩層品質分數（相關性、品質）。這是可重現性的基礎。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這是本論文最核心的實驗設計：讓GPT-4.1回答所有16,680題但故意不給答案，蒸餾出推理過程，存進另一個獨立FAISS資料庫。三種模式：detailed/focused/efficient。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重點在於三種模式是「同時」生成、各自獨立儲存，方便論文後續做reasoning mode之間的效果比較（detailed vs focused vs efficient），這也是Table 2/3/4中出現三欄RAG-RT結果的原因。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這一頁把整條pipeline的產出數字串起來：22,548篇文獻 -&gt; 173,318個chunk -&gt; 173,318題候選 -&gt; 16,680題最終題庫，加上747MB的embedding，讓聽眾對規模有感。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評測對象橫跨1.1B到14B，涵蓋context window從2K到128K不等，選型考量：現有規模對continual pretraining未來研究有意義、硬體門檻低有利可重現性。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三種設定：Baseline無檢索、RAG-Chunks、RAG-Traces。兩個評測場域：自建的16,680題合成題庫，以及2023 ASTRO放射癌症生物學專業考試（337題，排除2題多模態後為335題，再細分189題無數學子集）。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2核心數據：幾乎所有模型在RAG-RT下的準確率都比RAG-Chunks和baseline高，尤其TinyLlama從17.6%衝到71%，SmolLM3從47.1%到85.6%。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強調趨勢：模型越小、基準越弱，從推理軌跡中獲得的相對增益越大——這正是「小模型透過蒸餾大模型推理過程做領域適應」的核心證據。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外部有效性驗證：在真實專業考試上，趨勢依然成立，但要注意Llama-3-8B在RAG-Chunks上反而掉分（0.665→0.674尚可，但RAG-RT反而0.542更低）——這是唯一的例外案例，要誠實呈現。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此圖是外部有效性驗證的關鍵證據：即使換到真實專業考試，推理軌跡檢索對小模型的提升趨勢仍然穩定成立。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排除數學題後，推理軌跡的優勢更明顯，因為小模型本來就不擅長算術，這個子集更能反映知識層面的領域適應效果。SmolLM3從46.6%衝到89.4%。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與Figure 5對照講：拿掉數學題之後，連Llama-3-8B/3.1-8B的例外情形都消失了——說明前面看到的『負增益』很大程度上是數學/算術能力不足造成的雜訊，而不是推理軌跡檢索本身無效。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四個發現收斂：RAG-RT全面優於RAG-Chunks和Baseline；小模型獲益最大；三種推理模式差異不大但focused/efficient常是最佳平衡；部分小模型能追平甚至超越GPT-4。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跟Related Work那節呼應：SciQ靠群眾外包、GPQA靠知識圖譜弱監督、MMLU是靜態彙編、PubMedQA靠模板、AstroMLab-1只做題目檢索不做生成。本論文是第一個把PDF解析到provenance追溯全部自動化串起來的。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結論收斂到：推理軌跡蒸餾是高價值的檢索來源；未來要在Aurora上擴大規模，處理bioRxiv/arXiv等網路級語料，並研究直接用推理軌跡做continual pretraining。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最後把整條Q&amp;A製作流程從頭到尾串一次，作為全篇總結，也直接回應「Q&amp;A製作流程」這個重點需求：語料-&gt;解析-&gt;分塊-&gt;生題-&gt;品管-&gt;推理蒸餾-&gt;題庫-&gt;評測，六個步驟首尾呼應開場的Figure 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Q&amp;A_PAPER · METHOD DEEP-DIVE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Automated MCQA Benchmarking at Scale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Evaluating Reasoning Traces as Retrieval Sources for Domain Adaptation of Small Language Models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Gokdemir, Getty, Underwood, Madireddy, Cappello, Ramanathan, Foster, Stevens — Argonne National Laboratory / U. Chicago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arXiv:2509.10744v1 [cs.CL] · SC'25 (Supercomputing 2025), St. Louis, MO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核心方法：從 22,548 篇放射與癌症生物學論文/摘要自動生成 16,680 題 MCQ；比較「無檢索」「檢索論文原文片段（RAG-Chunks）」「檢索 GPT-4.1 推理軌跡（RAG-RT）」三種設定，發現檢索推理軌跡能讓 1.1B–14B 的小型語言模型在自建題庫與 2023 ASTRO 專業考試上大幅超車，部分模型甚至超越 GPT-4。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2025_AutomatedMCQABenchmarking_arXiv2509.10744.pptx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· 研究動機 (MOTIVATION)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既有 MCQA 題庫的三個結構性缺陷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11247120" cy="2331720"/>
          </a:xfrm>
          <a:prstGeom prst="roundRect">
            <a:avLst>
              <a:gd name="adj" fmla="val 235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563624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問題陳述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947672"/>
            <a:ext cx="1084478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現象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科學知識以前所未見的速度成長，但 ARC、GPQA、SciQA、PaperQA、MMLU 等主流 MCQA 題庫大多是「靜態」的，內容偏向通用知識、更新緩慢。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既有方法缺陷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越來越容易被預訓練語料「污染（contamination）」，導致評測失真；2) 人工curación（policy curation）題庫昂貴、緩慢、難以規模化重現；3) 少數如 PubMedQA 靠人工模板生成，仍高度依賴人力設計的樣板規則。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結論／機會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需要一套端到端自動化、可規模化、具「來源追溯（provenance）」的 MCQA 生成框架，讓題庫能跟著最新文獻持續擴充，同時保持可重現性與透明的品質控管。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與代表性題庫的定位比較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15968"/>
          <a:ext cx="11247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2651760"/>
                <a:gridCol w="4389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題庫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資料來源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SciQ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群眾外包（Crowdsourcing）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人工撰寫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侷限於預選主題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GPQA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Google 知識圖譜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弱監督蒸餾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缺乏科學領域專一性、無 provenance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多學科教材彙編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靜態彙編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覆蓋廣但易受資料污染，難更新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PubMedQA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PubMed 摘要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模板化生成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高度依賴人工設計的模板規則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8A3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本論文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22,548 篇論文/摘要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全自動 LLM 生成＋品質過濾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首個涵蓋 PDF解析→分塊→生題→品管→provenance 全流程自動化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· 研究動機 (MOTIVATION)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本論文的四項核心貢獻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2660904" cy="2331720"/>
          </a:xfrm>
          <a:prstGeom prst="roundRect">
            <a:avLst>
              <a:gd name="adj" fmla="val 235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6367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" y="1984248"/>
            <a:ext cx="240487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可規模化的自動化 Pipeline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設計成可運行於 HPC 平台（ALCF 超級電腦）的模組化 MCQA 生成框架，涵蓋 PDF 解析到模型評測全流程。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19272" y="1508760"/>
            <a:ext cx="2660904" cy="2331720"/>
          </a:xfrm>
          <a:prstGeom prst="roundRect">
            <a:avLst>
              <a:gd name="adj" fmla="val 235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47288" y="16367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11" name="Text 8"/>
          <p:cNvSpPr/>
          <p:nvPr/>
        </p:nvSpPr>
        <p:spPr>
          <a:xfrm>
            <a:off x="3447288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47288" y="1984248"/>
            <a:ext cx="240487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新題庫：16,679 題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衍生自 14,115 篇開放取用論文 ＋ 8,433 篇摘要（放射與癌症生物學領域）的 MCQA 題庫。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81344" y="1508760"/>
            <a:ext cx="2660904" cy="2331720"/>
          </a:xfrm>
          <a:prstGeom prst="roundRect">
            <a:avLst>
              <a:gd name="adj" fmla="val 235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16367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1984248"/>
            <a:ext cx="240487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系統性評測 1.1B–14B 模型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對 8 個小∕中型 LLM，比較「無檢索」「論文片段 RAG」「GPT-4.1 推理軌跡 RAG」三種設定。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043416" y="1508760"/>
            <a:ext cx="2660904" cy="2331720"/>
          </a:xfrm>
          <a:prstGeom prst="roundRect">
            <a:avLst>
              <a:gd name="adj" fmla="val 2353"/>
            </a:avLst>
          </a:prstGeom>
          <a:solidFill>
            <a:srgbClr val="131E33"/>
          </a:solidFill>
          <a:ln w="19050">
            <a:solidFill>
              <a:srgbClr val="E8A3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71432" y="16367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19" name="Text 16"/>
          <p:cNvSpPr/>
          <p:nvPr/>
        </p:nvSpPr>
        <p:spPr>
          <a:xfrm>
            <a:off x="9171432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71432" y="1984248"/>
            <a:ext cx="240487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推理軌跡檢索更有效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推理軌跡檢索能顯著、穩定地提升小模型表現，效果常優於直接檢索原文，部分模型甚至超越 GPT-4 基準。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11247120" cy="1783080"/>
          </a:xfrm>
          <a:prstGeom prst="roundRect">
            <a:avLst>
              <a:gd name="adj" fmla="val 3077"/>
            </a:avLst>
          </a:prstGeom>
          <a:solidFill>
            <a:srgbClr val="131E33"/>
          </a:solidFill>
          <a:ln w="12700">
            <a:solidFill>
              <a:srgbClr val="E8A3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315968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研究意義：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本研究證明「規模化題庫生成」可以跟上科學文獻成長速度，同時讓小模型透過「從大模型推理軌跡蒸餾」獲得專業領域能力——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使其成為科學智能體工作流（agentic scientific workflow）中可負擔、可部署的元件，而非只能依賴超大模型。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方法架構 (METHOD PIPELINE)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先看整體架構全貌，接下來每一步會逐一拆解。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方法架構總覽（Figure 1：Workflow Overview）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3113888" y="1536192"/>
            <a:ext cx="596392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</p:spPr>
      </p:sp>
      <p:pic>
        <p:nvPicPr>
          <p:cNvPr id="7" name="Image 0" descr="fig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1048" y="1673352"/>
            <a:ext cx="5689600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5138928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5230368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Figure 1：PDF 先經分散式解析成文字並語意分塊；文字塊一路餵給 PubMedBERT 編碼進 Chunk Vector DB 供 RAG 使用，另一路餵給 GPT-4.1 產生並驗證 MCQ，組成 MCQA Benchmark。題目再交給 GPT-4.1 產生推理軌跡並存入獨立的 Reasoning Trace Vector DB。最終 SLM 在「無檢索／片段檢索／推理軌跡檢索」三種設定下接受評測，由任一 LLM 擔任評分者（judge）並附上評分理由。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方法架構 (METHOD PIPELINE)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從原始文獻出發，建立可解析、可追溯的語料基礎。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Step① 語料取得與分散式 PDF 解析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5394960" cy="4297680"/>
          </a:xfrm>
          <a:prstGeom prst="roundRect">
            <a:avLst>
              <a:gd name="adj" fmla="val 1277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719072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資料取得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2103120"/>
            <a:ext cx="499262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資料來源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透過 Semantic Scholar API，以「放射生物學」「癌症生物學」關鍵字，下載開放取用（open-access）論文與摘要。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案例規模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14,115 篇完整全文論文 ＋ 8,433 篇摘要，合計 22,548 筆文獻。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支援格式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 可接受 PDF、Markdown、純文字三種輸入格式的科學語料庫。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572768"/>
            <a:ext cx="5577840" cy="4297680"/>
          </a:xfrm>
          <a:prstGeom prst="roundRect">
            <a:avLst>
              <a:gd name="adj" fmla="val 1277"/>
            </a:avLst>
          </a:prstGeom>
          <a:solidFill>
            <a:srgbClr val="131E33"/>
          </a:solidFill>
          <a:ln w="12700">
            <a:solidFill>
              <a:srgbClr val="E8A3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7648" y="171907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分散式 PDF 解析（AdaParse）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27648" y="2103120"/>
            <a:ext cx="517550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解析工具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AdaParse——自適應並行 PDF 解析與資源調度引擎，抽取文字與 metadata 並輸出成 JSON。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運算基礎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延續前作 HPC 分散式 PDF 解析與科學 RAG 研究，兩者皆以 Parsl 在 ALCF 超級電腦上做平行擴展。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設計動機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唯有分散式、可平行化的解析，才能在合理時間內處理兩萬多篇論文的規模。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方法架構 (METHOD PIPELINE)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把原始文字切成適合小模型上下文窗口、語意完整的知識單元。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Step② 語意分塊（Semantic Chunking）與向量化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11247120" cy="4297680"/>
          </a:xfrm>
          <a:prstGeom prst="roundRect">
            <a:avLst>
              <a:gd name="adj" fmla="val 1277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719072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語意分塊與 Chunk Vector DB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2103120"/>
            <a:ext cx="1084478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動機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SLM 的 context window 有限（部分模型僅 2K tokens），必須把長文切成可用的語意片段，同時保留段落的語意完整性。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分塊模型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PubMedBERT——一個 330M 參數、專門在生醫文本上預訓練的 encoder，用來做語意分塊與後續 chunk 向量編碼。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產出規模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22,548 篇文獻總共切出 173,318 個語意 chunk，這些 chunk 同時是 Step③生成 MCQ 的輸入，也是 RAG-Chunks 檢索的資料源。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A0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向量化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 以 PubMedBERT 編碼為 FP16 向量（總計 747MB），存入 FAISS 向量資料庫，供「RAG-Chunks」評測設定檢索使用。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方法架構 (METHOD PIPELINE)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這是整條 Q&amp;A 製作流程的核心：用 LLM 生成候選題目，再用 LLM 自我審核過濾。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Step③ MCQ 生成與二階段品質控管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394960" cy="4251960"/>
          </a:xfrm>
          <a:prstGeom prst="roundRect">
            <a:avLst>
              <a:gd name="adj" fmla="val 129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74650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Prompt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2130552"/>
            <a:ext cx="4992624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角色設定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GPT-4.1 透過 Argo-Proxy API 批次處理每個 chunk，扮演出題者角色。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任務（Prompt①）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先對 chunk 進行摘要與擴寫（summarize &amp; expand），再生成一題含 1 個正確答案＋多個干擾選項（distractor）的 MCQ，共 7 個選項。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限制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明確禁止題目引用「原文出處」，強制題目必須「自我完備（self-contained）」，避免模型靠文字線索作弊。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577840" cy="4251960"/>
          </a:xfrm>
          <a:prstGeom prst="roundRect">
            <a:avLst>
              <a:gd name="adj" fmla="val 1290"/>
            </a:avLst>
          </a:prstGeom>
          <a:solidFill>
            <a:srgbClr val="131E33"/>
          </a:solidFill>
          <a:ln w="12700">
            <a:solidFill>
              <a:srgbClr val="E8A3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7648" y="1746504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品質控管 Prompt ＋ 篩選結果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27648" y="2130552"/>
            <a:ext cx="5175504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任務（Prompt②）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第二個 prompt 專職品質審核，對題目清晰度、答案正確性、干擾選項合理性、教育價值四項給出 1–10 分評分。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篩選規則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評分低於 7/10 的題目直接捨棄；通過者保留完整 provenance（chunk_id、file path）以供追溯。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產出數字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173,318 題候選（每題七選項）→ 經 7/10 門檻篩選後，最終題庫保留 16,680 題（約 9.6% 通過率）。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方法架構 (METHOD PIPELINE)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每一題都保留完整的來源與品管紀錄，確保整個題庫可重現、可過濾、可追溯。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MCQ 儲存結構原文（Figure 2：MCQA JSON Schema）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09353" y="1536192"/>
            <a:ext cx="3172990" cy="3474720"/>
          </a:xfrm>
          <a:prstGeom prst="roundRect">
            <a:avLst>
              <a:gd name="adj" fmla="val 1729"/>
            </a:avLst>
          </a:prstGeom>
          <a:solidFill>
            <a:srgbClr val="FFFFFF"/>
          </a:solidFill>
          <a:ln/>
        </p:spPr>
      </p:sp>
      <p:pic>
        <p:nvPicPr>
          <p:cNvPr id="7" name="Image 0" descr="figs/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6513" y="1673352"/>
            <a:ext cx="2898670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5138928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5230368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Figure 2：每筆題目記錄含 question（情境＋題幹＋編號選項）、answer（重述的正確選項）、text（原始 chunk）、type（'multiple-choice'）、chunk_id（檔案雜湊_索引）、path（原始檔案路徑），以及 cleaning_metadata（清理時間戳、版本、relevance_check 與 quality_check 分數與說明）。此結構讓整個題庫具備透明的品質保證與來源追溯能力。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方法架構 (METHOD PIPELINE)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把大模型「怎麼想」的過程蒸餾出來，變成小模型可以檢索的知識來源。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Step④ 推理軌跡萃取（Reasoning-Trace Distillation）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11247120" cy="4297680"/>
          </a:xfrm>
          <a:prstGeom prst="roundRect">
            <a:avLst>
              <a:gd name="adj" fmla="val 1277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719072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推理軌跡生成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2103120"/>
            <a:ext cx="10844784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作法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 GPT-4.1 回答全部 16,680 題 MCQ，但刻意排除最終答案（final answer excluded），避免評測時發生答案洩漏（leakage）。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三種推理模式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同時生成三種模式的推理軌跡：detailed（逐選項分析 thought_process）、focused（key_principle＋快速刪去法）、efficient（精簡的高層次推理 quick_analysis）。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儲存方式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三種模式的推理軌跡各自編碼、存入獨立的 FAISS 資料庫（Reasoning Trace Vector DB），與 Step②的 Chunk Vector DB 完全分開，供後續 RAG-RT 評測設定分別檢索比較。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A0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研究目的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驗證「大模型的推理過程」本身是否比「原始文獻片段」更適合作為小模型的檢索知識源，這正是本論文標題所問的核心問題。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方法架構 (METHOD PIPELINE)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三種推理模式各自的欄位結構——這是後續RAG-RT評測要檢索的實際內容。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推理軌跡儲存結構原文（Figure 3：Reasoning Trace JSON Schema）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689786" y="1536192"/>
            <a:ext cx="2812123" cy="347472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</p:spPr>
      </p:sp>
      <p:pic>
        <p:nvPicPr>
          <p:cNvPr id="7" name="Image 0" descr="figs/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946" y="1673352"/>
            <a:ext cx="2537803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5138928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5230368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Figure 3：每筆記錄含 question／context／options／correct_answer_index／correct_answer，以及 mode-dependent 的 reasoning 物件——detailed 含 thought_process（逐選項長文分析）＋prediction＋scientific_conclusion；focused 含 key_principle＋quick_elimination＋focused_analysis；efficient 含 quick_analysis＋elimination。標記「?」的欄位為選填，用於容錯（如擷取失敗的 flags）。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· 方法架構 (METHOD PIPELINE)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自建題庫規模總覽（Case Study 數字彙整）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737360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FA8D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22,548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2644445"/>
            <a:ext cx="21488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篇文獻總數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(14,115 全文 + 8,433 摘要)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37560" y="155448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0" y="1737360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FA8D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173,318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566160" y="2644445"/>
            <a:ext cx="21488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PubMedBERT 語意分塊數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155448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737360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FA8D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173,318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446520" y="2644445"/>
            <a:ext cx="21488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GPT-4.1 生成的候選 MCQ 數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（每題 7 選項）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098280" y="155448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0" y="1737360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A3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16,680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9326880" y="2644445"/>
            <a:ext cx="21488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通過 7/10 品質門檻的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最終題庫題數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657600"/>
            <a:ext cx="11247120" cy="2194560"/>
          </a:xfrm>
          <a:prstGeom prst="roundRect">
            <a:avLst>
              <a:gd name="adj" fmla="val 25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803904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向量資料庫與品質過濾漏斗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" y="4187952"/>
            <a:ext cx="1084478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Chunk 向量庫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173,318 個 chunk 以 PubMedBERT 編碼為 FP16 向量，總量 747MB，存入 FAISS，供 RAG-Chunks 使用。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Reasoning Trace 向量庫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16,680 題 × 3 種推理模式的推理軌跡，各自獨立編碼並存入獨立 FAISS 資料庫，供 RAG-RT 使用。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過濾漏斗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173,318 題候選 → 以 7/10 品質分數門檻過濾 → 16,680 題（約 9.6% 通過率），凸顯二階段品管的嚴格程度。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· 實驗設計 (EXPERIMENTAL SETUP)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評測對象：8 個代表性小型語言模型（Table 1）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920240"/>
                <a:gridCol w="182880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參數量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發表年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Context Window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OLMo-7B (Allen Institute)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2,048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TinyLlama-1.1B-Chat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2,048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Gemma 3 4B-IT (Google)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128,000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SmolLM3-3B (HuggingFace)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32,768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Mistral-7B-Instruct-v0.3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4,096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Llama-3-8B-Instruct (Meta)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8,192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Llama-3.1-8B-Instruct (Meta)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32,768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Qwen-1.5-14B-Chat (Alibaba)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32,768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72000"/>
            <a:ext cx="11247120" cy="1463040"/>
          </a:xfrm>
          <a:prstGeom prst="roundRect">
            <a:avLst>
              <a:gd name="adj" fmla="val 375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4718304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模型選型考量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8368" y="5102352"/>
            <a:ext cx="10844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研究動機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驗證從大模型檢索推理軌跡能否對小模型做領域適應（domain adaptation）。</a:t>
            </a:r>
            <a:endParaRPr lang="en-US" sz="10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未來延展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1.1B–14B 的規模與權重可取得性，適合未來做 continual pretraining 研究。</a:t>
            </a:r>
            <a:endParaRPr lang="en-US" sz="10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可重現性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相對親民的硬體需求，讓評測結果容易被他人重現驗證。</a:t>
            </a:r>
            <a:endParaRPr lang="en-US" sz="108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· 實驗設計 (EXPERIMENTAL SETUP)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評測協定：三種檢索設定 × 兩個評測場域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614928" cy="1920240"/>
          </a:xfrm>
          <a:prstGeom prst="roundRect">
            <a:avLst>
              <a:gd name="adj" fmla="val 2857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6367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" y="1984248"/>
            <a:ext cx="33588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直接把題目丟給模型作答，不做任何檢索，代表模型的「開箱即用」表現。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73296" y="1508760"/>
            <a:ext cx="3614928" cy="1920240"/>
          </a:xfrm>
          <a:prstGeom prst="roundRect">
            <a:avLst>
              <a:gd name="adj" fmla="val 2857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01312" y="16367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11" name="Text 8"/>
          <p:cNvSpPr/>
          <p:nvPr/>
        </p:nvSpPr>
        <p:spPr>
          <a:xfrm>
            <a:off x="4401312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01312" y="1984248"/>
            <a:ext cx="33588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RAG-Chunks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檢索 Step②建立的原始論文語意片段（chunk），作為額外上下文輔助作答。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89392" y="1508760"/>
            <a:ext cx="3614928" cy="1920240"/>
          </a:xfrm>
          <a:prstGeom prst="roundRect">
            <a:avLst>
              <a:gd name="adj" fmla="val 2857"/>
            </a:avLst>
          </a:prstGeom>
          <a:solidFill>
            <a:srgbClr val="131E33"/>
          </a:solidFill>
          <a:ln w="19050">
            <a:solidFill>
              <a:srgbClr val="E8A3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17408" y="16367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15" name="Text 12"/>
          <p:cNvSpPr/>
          <p:nvPr/>
        </p:nvSpPr>
        <p:spPr>
          <a:xfrm>
            <a:off x="8217408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17408" y="1984248"/>
            <a:ext cx="33588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RAG-Traces（RAG-RT）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檢索 GPT-4.1 對同一題目生成的推理軌跡（detailed／focused／efficient 三選一），本論文的核心對照組。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65760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80390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場域① 合成題庫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" y="4187952"/>
            <a:ext cx="49926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評測場域①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自建合成題庫：16,680 題（radiation &amp; cancer biology），大規模、可系統性比較各設定。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26480" y="365760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131E33"/>
          </a:solidFill>
          <a:ln w="12700">
            <a:solidFill>
              <a:srgbClr val="E8A3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7648" y="3803904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場域② ASTRO 專業考試（外部有效性驗證）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27648" y="4187952"/>
            <a:ext cx="51755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評測場域②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ASTRO Radiation and Cancer Biology Study Guide（專家撰寫考試），共 337 題，排除 2 題需多模態圖像理解者，剩 335 題全題；再由 GPT-5 自動分類出 189 題「不需數學推理／工具運算」的子集，共兩種口徑報告準確率，測試框架的外部有效性（external validity）。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實驗結果 (RESULTS)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結果① 合成題庫準確率總表（Table 2）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92224"/>
                <a:gridCol w="1792224"/>
                <a:gridCol w="1792224"/>
                <a:gridCol w="1792224"/>
                <a:gridCol w="1792224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RAG-Chunks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RT-Detail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RT-Focused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RT-Efficient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OLMo-7B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0.443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TinyLlama-1.1B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0.176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Gemma 3.4B-IT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SmolLM3-3B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0.471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0.826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0.854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0.856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Mistral-7B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0.882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Llama-3-8B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0.864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0.897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Llama-3.1-8B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Qwen-1.5-14B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0.776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0.908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粗體為該模型 row 表現最佳的設定。三種 RAG-RT 模式全面超越 Baseline 與 RAG-Chunks；越小的模型（TinyLlama、OLMo）相對增益越明顯。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實驗結果 (RESULTS)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把Table 2的差距換成百分比增幅，log軸讓小模型的暴增看得更清楚。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結果① 視覺化：合成題庫的準確率增幅（Figure 4）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3279503" y="1536192"/>
            <a:ext cx="5632689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</p:spPr>
      </p:sp>
      <p:pic>
        <p:nvPicPr>
          <p:cNvPr id="7" name="Image 0" descr="figs/img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6663" y="1673352"/>
            <a:ext cx="5358369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5138928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5230368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Figure 4（log scale）：每個模型最佳 RAG-RT 設定相對 Baseline（藍）與相對 RAG-Chunks（橙）的百分比增幅。TinyLlama-1.1B 相對 Baseline 增幅高達 +303.4%（幾乎四倍），OLMo-7B 為 +93.7%；即使是最強的 Llama-3.1-8B 與 Qwen-1.5-14B，相對 RAG-Chunks 仍有 +1.8%～+7.2% 的額外提升。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實驗結果 (RESULTS)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結果② ASTRO 專業考試（全部 335 題，Table 3）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468880"/>
                <a:gridCol w="246888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RAG-Chunks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RAG-RTs (best)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Olmo-7B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0.446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0.269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0.563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TinyLlama-1.1B-Chat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0.089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0.263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0.319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Gemma 3.4B-IT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0.484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0.551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SmolLM3-3B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0.377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0.772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Mistral-7B-Instruct-v0.3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0.494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0.575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Llama-3-8B-Instruct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0.665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0.674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Llama-3.1-8B-Instruct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0.644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0.704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0.686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Qwen1.5-14B-Chat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0.560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4855464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解讀重點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58368" y="5239512"/>
            <a:ext cx="108447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整體趨勢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多數模型下 RAG-RT 準確率最高（如 Gemma 3.4B-IT +25.0%、SmolLM3 +20% 相對 Baseline）。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9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例外案例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Llama-3-8B-Instruct 在 RAG-Chunks／RAG-RT 下反而略低於 Baseline，顯示直接檢索原文在部分模型上已足夠有效，並非所有模型都能從推理軌跡受益。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實驗結果 (RESULTS)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把ASTRO全題結果的百分比增幅畫出來，TinyLlama在此考試上增幅甚至超過合成題庫。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結果② 視覺化：ASTRO 考試（全題）準確率增幅（Figure 5）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2360056" y="1536192"/>
            <a:ext cx="7471583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</p:spPr>
      </p:sp>
      <p:pic>
        <p:nvPicPr>
          <p:cNvPr id="7" name="Image 0" descr="figs/img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7216" y="1673352"/>
            <a:ext cx="7197263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5138928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5230368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Figure 5：TinyLlama-1.1B-Chat 相對 Baseline 增幅達 +258.4%，相對 RAG-Chunks 仍有 +109.3%；Olmo-7B、Gemma-3.4B-IT、SmolLM3-3B 均為正向增益。唯一例外是 Llama-3-8B（-18.5% vs Baseline、-19.6% vs RAG-Chunks）與 Llama-3.1-8B（-2.6% vs RAG-Chunks），呼應前頁「例外案例」的說明。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實驗結果 (RESULTS)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結果③ ASTRO 考試（排除數學題的 189 題子集，Table 4）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468880"/>
                <a:gridCol w="246888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Baseline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RAG-Chunks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RAG-RTs (best)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Olmo-7B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0.471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0.238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0.587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TinyLlama-1.1B-Chat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0.138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0.259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0.312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Gemma 3.4B-IT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0.540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0.640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SmolLM3-3B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0.466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0.894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Mistral-7B-Instruct-v0.3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0.598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Llama-3-8B-Instruct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0.757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Llama-3.1-8B-Instruct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0.762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0.857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Qwen1.5-14B-Chat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0.667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0.667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0.825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131E33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48920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關鍵觀察：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排除數學／算術推理題後，全部 8 個模型在 RAG-RT 下皆為「最佳設定」（8/8 全數黑體），且增益比全題集更顯著（如 Qwen-1.5-14B 從 66.7% 一路到 82.5%）。這印證了「推理軌跡在不需精確數值運算的知識密集型任務上，最能發揮領域知識蒸餾的價值」。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實驗結果 (RESULTS)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本階段做什麼：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排除數學題後的增幅圖，可以看到全部模型都是正向增益，且整體幅度比全題集更大。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結果③ 視覺化：ASTRO 考試（無數學子集）準確率增幅（Figure 6）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2360056" y="1536192"/>
            <a:ext cx="7471583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</p:spPr>
      </p:sp>
      <p:pic>
        <p:nvPicPr>
          <p:cNvPr id="7" name="Image 0" descr="figs/img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7216" y="1673352"/>
            <a:ext cx="7197263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5138928"/>
            <a:ext cx="10543032" cy="1097280"/>
          </a:xfrm>
          <a:prstGeom prst="roundRect">
            <a:avLst>
              <a:gd name="adj" fmla="val 5000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5230368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Figure 6：Olmo-7B 相對 RAG-Chunks 增幅高達 +146.6%，TinyLlama-1.1B 相對 Baseline 增幅 +126.1%，SmolLM3-3B 相對 Baseline +91.8%。與 Figure 5（全題集）相比，此子集下所有 8 個模型的「相對 RAG-Chunks」增幅皆為正值，不再出現負增益的例外情形。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實驗結果 (RESULTS)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跨兩個評測場域的四項關鍵發現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11247120" cy="4754880"/>
          </a:xfrm>
          <a:prstGeom prst="roundRect">
            <a:avLst>
              <a:gd name="adj" fmla="val 1154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563624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Findings Summary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947672"/>
            <a:ext cx="10844784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發現①：全面優勢  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無論是合成題庫或 ASTRO 專業考試，RAG-RT（推理軌跡檢索）的準確率都一致優於 RAG-Chunks 與 Baseline，且比 chunk 檢索更「穩定」（chunk 檢索在少數模型上甚至造成負增益，RAG-RT 幾乎沒有）。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發現②：小模型獲益最大  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TinyLlama-1.1B 在合成題庫上從 17.6% 衝到 71%（+303% 相對增幅），是全體最大增幅；越小、基準越弱的模型，從推理軌跡蒸餾中獲得的相對提升越顯著。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發現③：精簡推理不輸詳細推理  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focused／efficient 兩種精簡推理模式常提供準確率與檢索效率的最佳平衡；detailed 模式有時反而因「過度闡述（over-elaboration）」帶入雜訊而略遜一籌（如 Llama-3.1-8B 在 efficient 模式下反而拿到全模型最佳的 91.6%）。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A0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發現④：小模型追平甚至超越 GPT-4   </a:t>
            </a:r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2023 ASTRO 專業考試上，多個小型模型透過推理軌跡檢索後的表現，可以達到甚至超越 GPT-4 基準——儘管參數規模相差懸殊。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 · 相關工作 (RELATED WORK)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與既有科學 MCQA 生成方法的定位比較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2103120"/>
                <a:gridCol w="182880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領域專一性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Provenance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端到端自動化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SciQ [26]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群眾外包撰寫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一般科學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無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GPQA [21]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知識圖譜弱監督蒸餾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無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無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部分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 [13]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靜態彙編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廣泛跨學科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無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PubMedQA [16]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摘要模板化生成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生醫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無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部分（依賴人工模板）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AstroMLab-1 [24]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專家人工校訂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天文學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有（僅檢索）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7D0D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否（僅題目檢索，非生成）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8A3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本論文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LLM 生成 ＋ 二階段品管過濾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放射／癌症生物學（可擴充）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完整（chunk_id/path/分數）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是（PDF→分塊→生題→品管→評測）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本論文的定位：延續前人在單一面向（生成方式／領域深度／provenance）的努力，首度把「全流程自動化＋可追溯性」整合在同一個框架中。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 · 結論與未來工作 (CONCLUSION)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結論：推理軌跡是高價值的檢索知識源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60934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結論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993392"/>
            <a:ext cx="499262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核心結論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在合成題庫與 ASTRO 專業考試兩個場域中，推理軌跡檢索都一致優於 Baseline 與 chunk 檢索，效果對小型／中型模型尤其顯著。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意義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大模型蒸餾出的推理軌跡，能大幅提升小模型在知識密集型科學 MCQA 上的準確率——尤其對訓練資料或參數量受限的模型效果最突出。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463040"/>
            <a:ext cx="5577840" cy="2468880"/>
          </a:xfrm>
          <a:prstGeom prst="roundRect">
            <a:avLst>
              <a:gd name="adj" fmla="val 2222"/>
            </a:avLst>
          </a:prstGeom>
          <a:solidFill>
            <a:srgbClr val="131E33"/>
          </a:solidFill>
          <a:ln w="12700">
            <a:solidFill>
              <a:srgbClr val="E8A3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27648" y="1609344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未來工作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27648" y="1993392"/>
            <a:ext cx="517550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擴大規模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計畫將 HPC 級框架部署到 Argonne 的 Aurora 超級電腦，把生成規模擴展到 bioRxiv、arXiv 等網路級語料庫。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題庫組織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未來題庫將依子領域分類、並以 metadata 將每題連結回其來源文獻。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FCF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研究方向  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探索直接在推理軌跡上做 continual pretraining，系統性比較與同代模型在科學任務上的表現差異。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4160520"/>
            <a:ext cx="11247120" cy="1965960"/>
          </a:xfrm>
          <a:prstGeom prst="roundRect">
            <a:avLst>
              <a:gd name="adj" fmla="val 2791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370832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6FA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研究資源：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框架與實驗程式碼、設定檔已釋出於 GitHub（ramanathanlab/distllm），支援可重現評測與未來 AI-for-Science 研究延伸。本研究由 Argonne National Laboratory 的 LDRD（Laboratory Directed Research and Development）經費支持，隸屬美國能源部科學辦公室（DE-AC02-06CH11357）。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926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總結 · Q&amp;A 製作全流程回顧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端到端 MCQA 題庫生成流程總覽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3614928" cy="1691640"/>
          </a:xfrm>
          <a:prstGeom prst="roundRect">
            <a:avLst>
              <a:gd name="adj" fmla="val 324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591056"/>
            <a:ext cx="292608" cy="292608"/>
          </a:xfrm>
          <a:prstGeom prst="ellipse">
            <a:avLst/>
          </a:prstGeom>
          <a:solidFill>
            <a:srgbClr val="6FA8D8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5216" y="1938528"/>
            <a:ext cx="33588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語料取得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 Scholar API 依關鍵字下載 22,548 篇論文／摘要。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73296" y="1463040"/>
            <a:ext cx="3614928" cy="1691640"/>
          </a:xfrm>
          <a:prstGeom prst="roundRect">
            <a:avLst>
              <a:gd name="adj" fmla="val 324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01312" y="1591056"/>
            <a:ext cx="292608" cy="292608"/>
          </a:xfrm>
          <a:prstGeom prst="ellipse">
            <a:avLst/>
          </a:prstGeom>
          <a:solidFill>
            <a:srgbClr val="6FA8D8"/>
          </a:solidFill>
          <a:ln/>
        </p:spPr>
      </p:sp>
      <p:sp>
        <p:nvSpPr>
          <p:cNvPr id="11" name="Text 8"/>
          <p:cNvSpPr/>
          <p:nvPr/>
        </p:nvSpPr>
        <p:spPr>
          <a:xfrm>
            <a:off x="4401312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01312" y="1938528"/>
            <a:ext cx="33588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PDF 解析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AdaParse 分散式解析為結構化文字＋metadata（JSON）。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89392" y="1463040"/>
            <a:ext cx="3614928" cy="1691640"/>
          </a:xfrm>
          <a:prstGeom prst="roundRect">
            <a:avLst>
              <a:gd name="adj" fmla="val 324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17408" y="1591056"/>
            <a:ext cx="292608" cy="292608"/>
          </a:xfrm>
          <a:prstGeom prst="ellipse">
            <a:avLst/>
          </a:prstGeom>
          <a:solidFill>
            <a:srgbClr val="6FA8D8"/>
          </a:solidFill>
          <a:ln/>
        </p:spPr>
      </p:sp>
      <p:sp>
        <p:nvSpPr>
          <p:cNvPr id="15" name="Text 12"/>
          <p:cNvSpPr/>
          <p:nvPr/>
        </p:nvSpPr>
        <p:spPr>
          <a:xfrm>
            <a:off x="8217408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17408" y="1938528"/>
            <a:ext cx="33588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語意分塊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PubMedBERT 切成 173,318 個語意 chunk，供生題與 RAG 使用。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337560"/>
            <a:ext cx="3614928" cy="1691640"/>
          </a:xfrm>
          <a:prstGeom prst="roundRect">
            <a:avLst>
              <a:gd name="adj" fmla="val 324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" y="34655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5216" y="3813048"/>
            <a:ext cx="33588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生題＋品管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GPT-4.1 生成候選 MCQ，二階段 prompt 評分 1–10，7 分門檻過濾，留存 provenance。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73296" y="3337560"/>
            <a:ext cx="3614928" cy="1691640"/>
          </a:xfrm>
          <a:prstGeom prst="roundRect">
            <a:avLst>
              <a:gd name="adj" fmla="val 3243"/>
            </a:avLst>
          </a:prstGeom>
          <a:solidFill>
            <a:srgbClr val="131E33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01312" y="34655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23" name="Text 20"/>
          <p:cNvSpPr/>
          <p:nvPr/>
        </p:nvSpPr>
        <p:spPr>
          <a:xfrm>
            <a:off x="440131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401312" y="3813048"/>
            <a:ext cx="33588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推理軌跡蒸餾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GPT-4.1 在不洩漏答案前提下作答，產出 detailed／focused／efficient 三種推理軌跡並向量化。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089392" y="3337560"/>
            <a:ext cx="3614928" cy="1691640"/>
          </a:xfrm>
          <a:prstGeom prst="roundRect">
            <a:avLst>
              <a:gd name="adj" fmla="val 3243"/>
            </a:avLst>
          </a:prstGeom>
          <a:solidFill>
            <a:srgbClr val="131E33"/>
          </a:solidFill>
          <a:ln w="19050">
            <a:solidFill>
              <a:srgbClr val="E8A3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17408" y="3465576"/>
            <a:ext cx="292608" cy="292608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27" name="Text 24"/>
          <p:cNvSpPr/>
          <p:nvPr/>
        </p:nvSpPr>
        <p:spPr>
          <a:xfrm>
            <a:off x="8217408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17408" y="3813048"/>
            <a:ext cx="33588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多設定模型評測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C7D0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個 SLM 在 Baseline／RAG-Chunks／RAG-RT 三設定下，於合成題庫＋ASTRO考試接受評測與 LLM 評分。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525780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131E33"/>
          </a:solidFill>
          <a:ln w="12700">
            <a:solidFill>
              <a:srgbClr val="E8A3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53949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一句話總結：把「大模型出題＋大模型審題＋大模型示範怎麼想」這三件事全部自動化、規模化，最終讓小模型也能檢索「怎麼想」而不只是「原文寫了什麼」，在專業科學考試上逼近甚至超越 GPT-4。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MCQA Benchmarking · arXiv:2509.10744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2026-08-24T03:46:30Z</dcterms:created>
  <dcterms:modified xsi:type="dcterms:W3CDTF">2026-08-24T03:46:30Z</dcterms:modified>
</cp:coreProperties>
</file>