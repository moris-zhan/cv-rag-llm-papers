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本篇論文由 Argonne National Laboratory 與芝加哥大學團隊發表，投稿於 SC'25（Supercomputing 2025）研討會。核心貢獻是提出一套可規模化的自動化 MCQA 基準生成框架，並用它系統性驗證：把大模型（GPT-4.1）的推理軌跡作為檢索來源，是否比直接檢索論文原文片段更能提升小模型在專業領域的表現。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背景鋪陳：現有 MCQA 基準（ARC、GPQA、MMLU 等）多半是靜態集合，既跟不上科學文獻的成長速度，也容易被模型的預訓練語料「看過」而失真。人工建置專科基準又太慢太貴。這就是作者切入的缺口——用自動化管線，從 22,548 篇放射與癌症生物學的論文/摘要中，量產出 16,680 題可持續擴充的基準。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這一頁把整篇論文的研究問題濃縮成一句話：GPT-4.1 對每題產生「排除答案的推理過程」，存進一個獨立的向量資料庫；再看檢索這些推理軌跡，是否比檢索論文原文片段，更能『教會』小模型答對專科問題。後面的投影片會分別在合成基準與 ASTRO 專科考題上驗證這件事。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這張圖是全文的技術主幹：科學語料先經分散式 PDF 解析（AdaParse）與 PubMedBERT 語意分塊，分塊一路餵給 Chunk 向量庫，一路送給 GPT-4.1 生成並驗證 MCQ。題目生成後，再讓 GPT-4.1 逐題作答（排除正解）產生推理軌跡，存入第二個向量庫。最後對小模型做三種條件（無檢索／片段檢索／推理軌跡檢索）的評測，並用一個 LLM 裁判打分。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強調『可追溯性』：173,318 個候選題最終只留 16,680 題，過濾比例超過九成。每筆題目紀錄都保留來源 chunk_id 與檔案路徑，加上 relevance_check 與 quality_check 兩層評分，讓基準本身具備可審計性，這也是作者與 SciQ、GPQA、MMLU 等既有基準相比強調的差異點之一。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這是整篇論文的關鍵機制：GPT-4.1 並非只給答案，而是被要求在『看不到正確答案』的情況下，先產生完整推理過程，再由三種不同詳細程度的模式分別記錄。這些推理軌跡本身成為新的檢索語料庫，與原文片段的向量庫並列，讓後面的實驗可以直接比較兩種檢索來源的效果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評測對象涵蓋 1.1B 到 14B 參數的 8 個開源模型，涵蓋不同架構世代與上下文視窗大小。每個模型都在三種條件下測試：完全不檢索的 Baseline、檢索論文原文片段的 RAG-Chunks，以及檢索 GPT-4.1 推理軌跡的 RAG-Traces（再細分三種推理模式）。驗證場景有兩個：自建的 16,680 題合成基準，以及外部的 335 題 ASTRO 專科考題。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這是合成基準（16,680 題）上的完整成績單。三種推理軌跡模式幾乎在每個模型上都優於原文片段檢索，也遠優於完全不檢索的 Baseline。橙色標示的是論文表格原本用粗體標出的、每個模型在五種設定中的最佳表現，全部落在某一種推理軌跡模式上，沒有例外。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把每個模型最佳推理軌跡設定的相對增益畫成長條圖（對數座標），可以看到一個清楚的梯度：參數量越小、原本基線越弱的模型（TinyLlama、OLMo、SmolLM3），從推理軌跡中獲得的相對提升越大；而已經表現不錯的 Llama-3.1-8B、Qwen-1.5-14B，對 RAG-Chunks 的增幅已經很小，顯示推理軌跡的邊際效益會隨基線能力提升而遞減。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把驗證場景換到外部的 ASTRO 專科考題（335 題）後，推理軌跡檢索在多數模型上依然是最佳設定，但已經不是全面壓倒性優勢：OLMo-7B 的原文片段檢索反而讓表現掉到基線以下，靠推理軌跡才拉回來；更值得留意的是 Llama-3-8B-Instruct 出現反例——推理軌跡檢索的表現比直接檢索原文、甚至比完全不檢索都差，顯示這個策略並非在所有模型與題型組合上都穩定有效。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當題目限定在不需要數學或工具運算的 189 題子集時，推理軌跡檢索的效益變得非常一致——全部 8 個模型都是正增益，連上一頁在全題集上表現最差的 Llama-3-8B-Instruct，在這裡也轉為正增益。這說明推理軌跡承載的主要是知識密集型的科學推理，對需要精確算術或工具調用的題目幫助有限，這也呼應論文摘要中『部分小模型的表現超越 GPT-4』的說法主要成立於這類知識密集題目上。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論文特別討論了三種推理模式之間的差異。整體而言差距不算大，但『efficient』（精簡）模式並不總是最弱的選項——在 Llama-3.1-8B-Instruct 上反而是表現最好的設定。作者認為這代表被蒸餾過的高層推理摘要，已經足以承載對答題有用的領域知識，不一定需要冗長的逐選項分析。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整理這篇論文的效益邊界：推理軌跡檢索在知識密集型問題上效果最顯著，小模型受益最大，部分甚至能在專科考題上超越論文引用的 GPT-4 基線。但同時也要看到限制——數學／工具運算題目上效益較弱，而且 Llama-3-8B-Instruct 在 ASTRO 全題集上的反例說明，這個方法並非對每個模型、每種題型都穩定生效，蒸餾來源也僅限於單一大模型 GPT-4.1。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總結：這篇論文不只是提出一個新基準，而是驗證了一條可規模化的路徑——用大模型的推理軌跡做為檢索來源，去蒸餾知識、適應小模型。作者已開源框架與程式碼，並計畫在 Aurora 超算上把同樣的方法擴展到 bioRxiv、arXiv 等更大規模的科學語料，未來也想測試直接用推理軌跡做預訓練是否能帶來更系統性的提升。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  <a:ea typeface="微軟正黑體"/>
              </a:rPr>
              <a:t>METHODS · RAG for Domain Adaptation of Small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85855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libri"/>
                <a:ea typeface="微軟正黑體"/>
              </a:rPr>
              <a:t>用 GPT-4.1 推理軌跡取代原文檢索：</a:t>
            </a:r>
          </a:p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libri"/>
                <a:ea typeface="微軟正黑體"/>
              </a:rPr>
              <a:t>讓 1.1B–14B 小型語言模型</a:t>
            </a:r>
          </a:p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libri"/>
                <a:ea typeface="微軟正黑體"/>
              </a:rPr>
              <a:t>逼近甚至超越 GPT-4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77639"/>
            <a:ext cx="1005840" cy="508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22303C"/>
                </a:solidFill>
                <a:latin typeface="Calibri"/>
                <a:ea typeface="微軟正黑體"/>
              </a:rPr>
              <a:t>Automated MCQA Benchmarking at Scale: Evaluating Reasoning Traces as Retrieval</a:t>
            </a: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22303C"/>
                </a:solidFill>
                <a:latin typeface="Calibri"/>
                <a:ea typeface="微軟正黑體"/>
              </a:rPr>
              <a:t>Sources for Domain Adaptation of Small Language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749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  <a:ea typeface="微軟正黑體"/>
              </a:rPr>
              <a:t>Ozan Gokdemir、Neil Getty、Robert Underwood、Sandeep Madireddy、Franck Cappello、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  <a:ea typeface="微軟正黑體"/>
              </a:rPr>
              <a:t>Arvind Ramanathan、Ian T. Foster、Rick L. Stevens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  <a:ea typeface="微軟正黑體"/>
              </a:rPr>
              <a:t>Argonne National Laboratory · The University of Chicago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  <a:ea typeface="微軟正黑體"/>
              </a:rPr>
              <a:t>SC'25 (Supercomputing 2025), St. Louis · arXiv:2509.10744v1 [cs.CL] · 2025年9月12日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科學文獻以指數速度成長，靜態多選題基準難以持續反映最新知識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858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ARC、GPQA、MMLU 等常用 MCQA 基準內容固定，且日益容易被預訓練語料污染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人工建構領域專用基準成本高、更新慢，難以隨新發表論文規模化重現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放射與癌症生物學等專科領域，尤其缺乏能持續擴充、附帶來源追溯的評測工具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298448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298448"/>
            <a:ext cx="54864" cy="141732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371600"/>
            <a:ext cx="3739896" cy="127101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E6E9E"/>
                </a:solidFill>
                <a:latin typeface="Calibri"/>
                <a:ea typeface="微軟正黑體"/>
              </a:rPr>
              <a:t>22,548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篇放射與癌症生物學開放取用論文與摘要
（14,115 篇全文 + 8,433 篇摘要），
經 Semantic Scholar API 取得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2990088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990088"/>
            <a:ext cx="54864" cy="141732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3063240"/>
            <a:ext cx="3739896" cy="127101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752B"/>
                </a:solidFill>
                <a:latin typeface="Calibri"/>
                <a:ea typeface="微軟正黑體"/>
              </a:rPr>
              <a:t>16,680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題自動生成的合成 MCQA 基準，
是本研究驗證檢索策略的主要試驗場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作者以此為出發點，提出一套端到端自動化框架，讓基準能隨文獻同步成長。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Introduction §1, Gokdemir et al., 2025 (arXiv:2509.10744)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核心問題：大模型的「推理軌跡」能否取代原文檢索，帶動小模型的領域適應？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B3A5C"/>
                </a:solidFill>
                <a:latin typeface="Calibri"/>
                <a:ea typeface="微軟正黑體"/>
              </a:rPr>
              <a:t>作者讓 GPT-4.1 逐題作答並排除最終答案，產生「推理軌跡」，</a:t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B3A5C"/>
                </a:solidFill>
                <a:latin typeface="Calibri"/>
                <a:ea typeface="微軟正黑體"/>
              </a:rPr>
              <a:t>再測試：把這些推理軌跡當作檢索來源，是否比直接檢索論文原文片段，</a:t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B3A5C"/>
                </a:solidFill>
                <a:latin typeface="Calibri"/>
                <a:ea typeface="微軟正黑體"/>
              </a:rPr>
              <a:t>更能提升 1.1B–14B 參數小模型在專業領域問答上的準確率。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63240"/>
            <a:ext cx="96012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微軟正黑體"/>
              </a:rPr>
              <a:t>對象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44952"/>
            <a:ext cx="10042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8 個開源小型／中型語言模型，參數量 1.1B–14B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30168"/>
            <a:ext cx="96012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微軟正黑體"/>
              </a:rPr>
              <a:t>條件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11880"/>
            <a:ext cx="10042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三種檢索設定：Baseline（不檢索）／RAG-Chunks（原文片段）／RAG-Traces（推理軌跡）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96012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微軟正黑體"/>
              </a:rPr>
              <a:t>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78808"/>
            <a:ext cx="10042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自建 16,680 題合成基準，另外對照 2023 年 ASTRO 放射與癌症生物學專科考題（335 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Abstract &amp; §2, Gokdemir et al., 2025 (arXiv:2509.10744)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全流程總覽：從論文語料到三種檢索資料庫的自動化管線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607" y="1417320"/>
            <a:ext cx="7396480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語意分塊同時餵給向量檢索與 GPT-4.1 出題；GPT-4.1 再對每題作答生成推理軌跡，形成第二個獨立檢索庫，供三種條件下的 SLM 評測比較。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1, Gokdemir et al., 2025 (arXiv:2509.10744)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每道題目都留有可追溯的來源與品質分數，經兩階段篩選才進入基準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14,115 篇全文論文 + 8,433 篇摘要，經 330M 參數 PubMedBERT
語意分塊，共產生 173,318 個文字區塊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GPT-4.1 依區塊生成候選題（含 7 個選項），提示明確禁止
引用原文，確保題目自足、不依賴上下文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第二階段提示對清晰度、正確性、干擾項合理性、教育價值
評分（1–10 分），僅保留分數 ≥ 7 的題目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500" b="0" i="0">
                <a:solidFill>
                  <a:srgbClr val="22303C"/>
                </a:solidFill>
                <a:latin typeface="Calibri"/>
                <a:ea typeface="微軟正黑體"/>
              </a:rPr>
              <a:t>最終形成 16,680 題基準，每筆記錄保留 chunk_id 與原始
檔案路徑，支援品質過濾與來源追溯</a:t>
            </a:r>
          </a:p>
        </p:txBody>
      </p:sp>
      <p:pic>
        <p:nvPicPr>
          <p:cNvPr id="6" name="Picture 5" descr="fig2_mcqa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975" y="1234440"/>
            <a:ext cx="4430824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2 &amp; §2, Gokdemir et al., 2025 (arXiv:2509.10744)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讓 GPT-4.1「先作答、後排除答案」，同時產生三種推理模式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6751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對全部 16,680 題提示 GPT-4.1 作答，但明確排除正確答案
文字，避免推理內容洩漏答案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同時生成三種推理模式：detailed（逐選項分析）、
focused（原則＋排除法）、efficient（精簡高層推理）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三種模式的推理文字分別編碼，存入各自獨立的 FAISS
向量庫，供後續分開評測比較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5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50" b="0" i="0">
                <a:solidFill>
                  <a:srgbClr val="22303C"/>
                </a:solidFill>
                <a:latin typeface="Calibri"/>
                <a:ea typeface="微軟正黑體"/>
              </a:rPr>
              <a:t>與 173,318 個文字塊的 PubMedBERT 向量庫（FP16，共
747MB）並列，構成 RAG-Chunks 與 RAG-RT 兩種檢索來源</a:t>
            </a:r>
          </a:p>
        </p:txBody>
      </p:sp>
      <p:pic>
        <p:nvPicPr>
          <p:cNvPr id="6" name="Picture 5" descr="fig3_reasoning_trac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834" y="1188720"/>
            <a:ext cx="391546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3 &amp; §2, Gokdemir et al., 2025 (arXiv:2509.10744)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8 個 1.1B–14B 參數開源模型，在三種檢索條件下接受雙重基準測試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234440"/>
                <a:gridCol w="1325880"/>
                <a:gridCol w="1600200"/>
              </a:tblGrid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模型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參數量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發表年份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上下文視窗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OLMo-7B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2,048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TinyLlama-1.1B-Chat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1.1B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2,048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Gemma 3 4B-IT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128,000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SmolLM3-3B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2025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32,768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Mistral-7B-Instruct-v0.3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4,096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Llama-3-8B-Instruct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8,192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Llama-3.1-8B-Instruct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32,768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Qwen-1.5-14B-Chat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14B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2024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32,768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298448"/>
            <a:ext cx="3916375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Baseline：直接作答，不使用檢索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RAG-Chunks：檢索論文原文語意片段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RAG-Traces：檢索 GPT-4.1 的推理軌跡
（detailed／focused／efficient 三模式分別評測）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合成基準：16,680 題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4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400" b="0" i="0">
                <a:solidFill>
                  <a:srgbClr val="22303C"/>
                </a:solidFill>
                <a:latin typeface="Calibri"/>
                <a:ea typeface="微軟正黑體"/>
              </a:rPr>
              <a:t>ASTRO 專科考題：335 題（排除 2 題多模態），
另用 GPT-5 篩出 189 題「非數學」子集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1 &amp; §2.1–2.2, Gokdemir et al., 2025 (arXiv:2509.10744)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推理軌跡檢索在全部 8 個模型上，都超越基線與原文片段檢索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737360"/>
                <a:gridCol w="1737360"/>
                <a:gridCol w="1737360"/>
                <a:gridCol w="1737360"/>
                <a:gridCol w="1810512"/>
              </a:tblGrid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模型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Baseline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RAG-Chunks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RT-Detail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RT-Focused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RT-Efficient</a:t>
                      </a:r>
                    </a:p>
                  </a:txBody>
                  <a:tcPr anchor="ctr" marL="76200" marR="76200" marT="38100" marB="38100">
                    <a:solidFill>
                      <a:srgbClr val="1B3A5C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OLMo-7B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38.0%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44.3%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70.9%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73.6%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72.0%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TinyLlama-1.1B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17.6%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43.4%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71.0%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69.9%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58.1%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Gemma 3.4B-IT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74.5%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83.7%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86.0%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87.8%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87.3%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SmolLM3-3B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47.1%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80.3%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82.6%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85.4%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85.6%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Mistral-7B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73.7%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83.9%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88.6%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88.9%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88.2%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Llama-3-8B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83.0%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86.4%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87.5%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89.2%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89.7%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Llama-3.1-8B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81.9%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90.0%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91.5%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90.2%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91.6%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Qwen-1.5-14B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77.6%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85.3%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91.3%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303C"/>
                          </a:solidFill>
                          <a:latin typeface="Calibri"/>
                          <a:ea typeface="微軟正黑體"/>
                        </a:rPr>
                        <a:t>90.8%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D9752B"/>
                          </a:solidFill>
                          <a:latin typeface="Calibri"/>
                          <a:ea typeface="微軟正黑體"/>
                        </a:rPr>
                        <a:t>91.4%</a:t>
                      </a:r>
                    </a:p>
                  </a:txBody>
                  <a:tcPr anchor="ctr" marL="76200" marR="76200" marT="25400" marB="254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9893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9710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例如 TinyLlama-1.1B 由 17.6%（Baseline）先升到 43.4%（RAG-Chunks），再以推理軌跡檢索衝到 71.0%（RT-Detail，橙色標示為每列最佳）。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Table 2, §3.1, Gokdemir et al., 2025 (arXiv:2509.10744); 每列最佳值以橙色標示，與原表一致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相對基線的增益中，參數規模越小，推理軌跡帶來的邊際效益越大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synthetic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654812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37160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1371600"/>
            <a:ext cx="54864" cy="123444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2248" y="144475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52B"/>
                </a:solidFill>
                <a:latin typeface="Calibri"/>
                <a:ea typeface="微軟正黑體"/>
              </a:rPr>
              <a:t>+303.4%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TinyLlama-1.1B 對 Baseline 的最大增幅
（對 RAG-Chunks 仍有 +63.6%）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74320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743200"/>
            <a:ext cx="54864" cy="123444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42248" y="281635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52B"/>
                </a:solidFill>
                <a:latin typeface="Calibri"/>
                <a:ea typeface="微軟正黑體"/>
              </a:rPr>
              <a:t>+93.7%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OLMo-7B 對 Baseline 的增幅
（對 RAG-Chunks +66.1%）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411480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4114800"/>
            <a:ext cx="54864" cy="123444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418795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6E9E"/>
                </a:solidFill>
                <a:latin typeface="Calibri"/>
                <a:ea typeface="微軟正黑體"/>
              </a:rPr>
              <a:t>+1.8%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Llama-3.1-8B 對 RAG-Chunks 的增幅最小
——基線已接近效能上限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4 &amp; §3.1.2, Gokdemir et al., 2025 (arXiv:2509.10744)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換到 335 題的 ASTRO 專科考題，推理軌跡優勢多數延續，但並非全面領先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astro_all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5987"/>
            <a:ext cx="7955279" cy="35374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41732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1417320"/>
            <a:ext cx="54864" cy="123444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2248" y="149047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752B"/>
                </a:solidFill>
                <a:latin typeface="Calibri"/>
                <a:ea typeface="微軟正黑體"/>
              </a:rPr>
              <a:t>+104.8%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SmolLM3-3B 對 Baseline 的增幅
（37.7% → 77.2%）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78892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788920"/>
            <a:ext cx="54864" cy="123444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42248" y="286207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E6E9E"/>
                </a:solidFill>
                <a:latin typeface="Calibri"/>
                <a:ea typeface="微軟正黑體"/>
              </a:rPr>
              <a:t>26.9%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OLMo-7B 的 RAG-Chunks 反而低於
Baseline（44.6%），RAG-RT 回升到 56.3%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4160520"/>
            <a:ext cx="30476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4160520"/>
            <a:ext cx="54864" cy="1325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4233672"/>
            <a:ext cx="2718511" cy="11795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6B7280"/>
                </a:solidFill>
                <a:latin typeface="Calibri"/>
                <a:ea typeface="微軟正黑體"/>
              </a:rPr>
              <a:t>-18.5%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例外：Llama-3-8B 的 RAG-RT（54.2%）
反低於 Baseline（66.5%）與 RAG-Chunks（67.4%）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5 &amp; Table 3, §3.2.1, Gokdemir et al., 2025 (arXiv:2509.10744)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排除需要數學／工具運算的題目後，推理軌跡優勢在全部 8 個模型上都轉為正值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astro_nomath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5987"/>
            <a:ext cx="7955279" cy="35374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41732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1417320"/>
            <a:ext cx="54864" cy="123444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2248" y="149047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52B"/>
                </a:solidFill>
                <a:latin typeface="Calibri"/>
                <a:ea typeface="微軟正黑體"/>
              </a:rPr>
              <a:t>89.4%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SmolLM3-3B 在無數學子集上的準確率
（對 Baseline +91.8%）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788920"/>
            <a:ext cx="304769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788920"/>
            <a:ext cx="54864" cy="123444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42248" y="2862072"/>
            <a:ext cx="2718511" cy="108813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752B"/>
                </a:solidFill>
                <a:latin typeface="Calibri"/>
                <a:ea typeface="微軟正黑體"/>
              </a:rPr>
              <a:t>+23.7%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Qwen-1.5-14B：RAG-Chunks 與 Baseline
打平（66.7%），RAG-RT 升到 82.5%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4160520"/>
            <a:ext cx="30476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4160520"/>
            <a:ext cx="54864" cy="1325880"/>
          </a:xfrm>
          <a:prstGeom prst="rect">
            <a:avLst/>
          </a:prstGeom>
          <a:solidFill>
            <a:srgbClr val="2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4233672"/>
            <a:ext cx="2718511" cy="11795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E6E9E"/>
                </a:solidFill>
                <a:latin typeface="Calibri"/>
                <a:ea typeface="微軟正黑體"/>
              </a:rPr>
              <a:t>+6.2%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22303C"/>
                </a:solidFill>
                <a:latin typeface="Calibri"/>
                <a:ea typeface="微軟正黑體"/>
              </a:rPr>
              <a:t>Llama-3-8B 在此子集上轉為正增益，
與全題集下的負增益（-18.5%）相反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Figure 6 &amp; Table 4, §3.2.2, Gokdemir et al., 2025 (arXiv:2509.10744)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精簡的 efficient 推理未必遜於 detailed 推理，反而在部分模型上表現更好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9692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</a:pPr>
            <a:r>
              <a:rPr sz="17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700" b="0" i="0">
                <a:solidFill>
                  <a:srgbClr val="22303C"/>
                </a:solidFill>
                <a:latin typeface="Calibri"/>
                <a:ea typeface="微軟正黑體"/>
              </a:rPr>
              <a:t>三種推理模式（detailed／focused／efficient）在合成基準上差距不大，
但均明顯優於原文片段檢索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</a:pPr>
            <a:r>
              <a:rPr sz="17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700" b="0" i="0">
                <a:solidFill>
                  <a:srgbClr val="22303C"/>
                </a:solidFill>
                <a:latin typeface="Calibri"/>
                <a:ea typeface="微軟正黑體"/>
              </a:rPr>
              <a:t>focused 與 efficient 常取得準確率與檢索效率的最佳平衡；detailed 有時
因「逐選項過度闡述」帶入雜訊而略遜一籌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</a:pPr>
            <a:r>
              <a:rPr sz="17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700" b="0" i="0">
                <a:solidFill>
                  <a:srgbClr val="22303C"/>
                </a:solidFill>
                <a:latin typeface="Calibri"/>
                <a:ea typeface="微軟正黑體"/>
              </a:rPr>
              <a:t>Llama-3.1-8B-Instruct 的最佳表現（91.6%）出現在 efficient 模式，
顯示精簡蒸餾的推理摘要，未必弱於完整的逐選項分析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76072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74243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這一觀察對實務部署有意義：儲存與檢索精簡推理軌跡即可取得接近甚至更好的效果，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有機會降低推理蒸餾的儲存與檢索成本。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§3.1.3, Gokdemir et al., 2025 (arXiv:2509.10744)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效益集中在知識密集型問題，數學推理與個別模型的例外仍是限制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2578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微軟正黑體"/>
              </a:rPr>
              <a:t>適用情境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98448"/>
            <a:ext cx="5257800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微軟正黑體"/>
              </a:rPr>
              <a:t>已知限制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5257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小模型（1.1B–8B）在知識密集題目上獲得最大提升，部分
已在合成基準與 ASTRO 無數學子集上超越基線甚遠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作者指出，部分小模型在推理軌跡檢索後，已可在 2023
ASTRO 專科考題上超越論文引用的 GPT-4 基線表現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對需要數學或工具運算的題目效益明顯較弱，ASTRO 全
題集上的增益普遍小於無數學子集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92808"/>
            <a:ext cx="5257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6B7280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推理軌跡完全依賴單一大模型（GPT-4.1）的蒸餾品質，
尚未與其他大模型或多來源蒸餾對照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6B7280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Llama-3-8B-Instruct 在 ASTRO 全題集上出現 RAG-RT
劣於 RAG-Chunks 與 Baseline 的個案（-18.5%／-19.6%）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50" b="1" i="0">
                <a:solidFill>
                  <a:srgbClr val="6B7280"/>
                </a:solidFill>
                <a:latin typeface="Calibri"/>
                <a:ea typeface="微軟正黑體"/>
              </a:rPr>
              <a:t>▸ </a:t>
            </a:r>
            <a:r>
              <a:rPr sz="1350" b="0" i="0">
                <a:solidFill>
                  <a:srgbClr val="22303C"/>
                </a:solidFill>
                <a:latin typeface="Calibri"/>
                <a:ea typeface="微軟正黑體"/>
              </a:rPr>
              <a:t>案例研究僅涵蓋放射與癌症生物學單一領域，跨領域的
穩健性仍待驗證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§3.2, §5, Gokdemir et al., 2025 (arXiv:2509.10744)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  <a:latin typeface="Calibri"/>
                <a:ea typeface="微軟正黑體"/>
              </a:rPr>
              <a:t>框架與基準已開源，下一步將擴展到 Aurora 超算與 bioRxiv / arXiv 全網語料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502920" cy="38100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開源可重現的端到端管線與基準構件（GitHub: ramanathanlab/distllm），
支援隨新文獻持續擴充基準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計畫在 Argonne Leadership Computing Facility 的 Aurora 超級電腦上，
把框架擴展到 bioRxiv、arXiv 等網路規模的科學語料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未來基準將依子領域組織，並保留連結原始文獻的中繼資料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D9752B"/>
                </a:solidFill>
                <a:latin typeface="Calibri"/>
                <a:ea typeface="微軟正黑體"/>
              </a:rPr>
              <a:t>▸ </a:t>
            </a:r>
            <a:r>
              <a:rPr sz="1600" b="0" i="0">
                <a:solidFill>
                  <a:srgbClr val="22303C"/>
                </a:solidFill>
                <a:latin typeface="Calibri"/>
                <a:ea typeface="微軟正黑體"/>
              </a:rPr>
              <a:t>計畫進一步探索：直接以推理軌跡預訓練語言模型，是否能系統性地
超越同代的其他模型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23560"/>
            <a:ext cx="54864" cy="566928"/>
          </a:xfrm>
          <a:prstGeom prst="rect">
            <a:avLst/>
          </a:prstGeom>
          <a:solidFill>
            <a:srgbClr val="D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5605272"/>
            <a:ext cx="110212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這篇論文的核心貢獻在於證明：把規模化基準生成與大模型推理蒸餾結合，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  <a:ea typeface="微軟正黑體"/>
              </a:rPr>
              <a:t>能讓小模型在專業科學問答上追上甚至超過大模型基線。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  <a:ea typeface="微軟正黑體"/>
              </a:rPr>
              <a:t>Source: §5 Conclusions and Future Work, Gokdemir et al., 2025 (arXiv:2509.10744)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