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38.0</c:v>
                </c:pt>
                <c:pt idx="1">
                  <c:v>17.6</c:v>
                </c:pt>
                <c:pt idx="2">
                  <c:v>74.5</c:v>
                </c:pt>
                <c:pt idx="3">
                  <c:v>47.1</c:v>
                </c:pt>
                <c:pt idx="4">
                  <c:v>73.7</c:v>
                </c:pt>
                <c:pt idx="5">
                  <c:v>83.0</c:v>
                </c:pt>
                <c:pt idx="6">
                  <c:v>81.9</c:v>
                </c:pt>
                <c:pt idx="7">
                  <c:v>77.6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RAG-Chunks</c:v>
                </c:pt>
              </c:strCache>
            </c:strRef>
          </c:tx>
          <c:spPr>
            <a:solidFill>
              <a:srgbClr val="7A9EB1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44.3</c:v>
                </c:pt>
                <c:pt idx="1">
                  <c:v>43.4</c:v>
                </c:pt>
                <c:pt idx="2">
                  <c:v>83.7</c:v>
                </c:pt>
                <c:pt idx="3">
                  <c:v>80.3</c:v>
                </c:pt>
                <c:pt idx="4">
                  <c:v>83.9</c:v>
                </c:pt>
                <c:pt idx="5">
                  <c:v>86.4</c:v>
                </c:pt>
                <c:pt idx="6">
                  <c:v>90.0</c:v>
                </c:pt>
                <c:pt idx="7">
                  <c:v>85.3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RAG-RT（最佳模式）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73.6</c:v>
                </c:pt>
                <c:pt idx="1">
                  <c:v>71.0</c:v>
                </c:pt>
                <c:pt idx="2">
                  <c:v>87.8</c:v>
                </c:pt>
                <c:pt idx="3">
                  <c:v>85.6</c:v>
                </c:pt>
                <c:pt idx="4">
                  <c:v>88.9</c:v>
                </c:pt>
                <c:pt idx="5">
                  <c:v>89.7</c:v>
                </c:pt>
                <c:pt idx="6">
                  <c:v>91.6</c:v>
                </c:pt>
                <c:pt idx="7">
                  <c:v>91.4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44.6</c:v>
                </c:pt>
                <c:pt idx="1">
                  <c:v>8.9</c:v>
                </c:pt>
                <c:pt idx="2">
                  <c:v>48.4</c:v>
                </c:pt>
                <c:pt idx="3">
                  <c:v>37.7</c:v>
                </c:pt>
                <c:pt idx="4">
                  <c:v>49.4</c:v>
                </c:pt>
                <c:pt idx="5">
                  <c:v>66.5</c:v>
                </c:pt>
                <c:pt idx="6">
                  <c:v>64.4</c:v>
                </c:pt>
                <c:pt idx="7">
                  <c:v>56.0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RAG-Chunks</c:v>
                </c:pt>
              </c:strCache>
            </c:strRef>
          </c:tx>
          <c:spPr>
            <a:solidFill>
              <a:srgbClr val="7A9EB1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26.9</c:v>
                </c:pt>
                <c:pt idx="1">
                  <c:v>26.3</c:v>
                </c:pt>
                <c:pt idx="2">
                  <c:v>55.1</c:v>
                </c:pt>
                <c:pt idx="3">
                  <c:v>70.6</c:v>
                </c:pt>
                <c:pt idx="4">
                  <c:v>54.2</c:v>
                </c:pt>
                <c:pt idx="5">
                  <c:v>67.4</c:v>
                </c:pt>
                <c:pt idx="6">
                  <c:v>70.4</c:v>
                </c:pt>
                <c:pt idx="7">
                  <c:v>58.7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RAG-RT（最佳）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56.3</c:v>
                </c:pt>
                <c:pt idx="1">
                  <c:v>31.9</c:v>
                </c:pt>
                <c:pt idx="2">
                  <c:v>60.5</c:v>
                </c:pt>
                <c:pt idx="3">
                  <c:v>77.2</c:v>
                </c:pt>
                <c:pt idx="4">
                  <c:v>57.5</c:v>
                </c:pt>
                <c:pt idx="5">
                  <c:v>54.2</c:v>
                </c:pt>
                <c:pt idx="6">
                  <c:v>68.6</c:v>
                </c:pt>
                <c:pt idx="7">
                  <c:v>60.2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47.1</c:v>
                </c:pt>
                <c:pt idx="1">
                  <c:v>13.8</c:v>
                </c:pt>
                <c:pt idx="2">
                  <c:v>54.0</c:v>
                </c:pt>
                <c:pt idx="3">
                  <c:v>46.6</c:v>
                </c:pt>
                <c:pt idx="4">
                  <c:v>59.8</c:v>
                </c:pt>
                <c:pt idx="5">
                  <c:v>75.7</c:v>
                </c:pt>
                <c:pt idx="6">
                  <c:v>76.2</c:v>
                </c:pt>
                <c:pt idx="7">
                  <c:v>66.7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RAG-Chunks</c:v>
                </c:pt>
              </c:strCache>
            </c:strRef>
          </c:tx>
          <c:spPr>
            <a:solidFill>
              <a:srgbClr val="7A9EB1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23.8</c:v>
                </c:pt>
                <c:pt idx="1">
                  <c:v>25.9</c:v>
                </c:pt>
                <c:pt idx="2">
                  <c:v>64.0</c:v>
                </c:pt>
                <c:pt idx="3">
                  <c:v>75.1</c:v>
                </c:pt>
                <c:pt idx="4">
                  <c:v>61.4</c:v>
                </c:pt>
                <c:pt idx="5">
                  <c:v>73.0</c:v>
                </c:pt>
                <c:pt idx="6">
                  <c:v>78.3</c:v>
                </c:pt>
                <c:pt idx="7">
                  <c:v>66.7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RAG-RT（最佳）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Sheet1!$A$2:$A$9</c:f>
              <c:strCache>
                <c:ptCount val="8"/>
                <c:pt idx="0">
                  <c:v>OLMo-7B</c:v>
                </c:pt>
                <c:pt idx="1">
                  <c:v>TinyLlama-1.1B</c:v>
                </c:pt>
                <c:pt idx="2">
                  <c:v>Gemma-3-4B-IT</c:v>
                </c:pt>
                <c:pt idx="3">
                  <c:v>SmolLM3-3B</c:v>
                </c:pt>
                <c:pt idx="4">
                  <c:v>Mistral-7B</c:v>
                </c:pt>
                <c:pt idx="5">
                  <c:v>Llama-3-8B</c:v>
                </c:pt>
                <c:pt idx="6">
                  <c:v>Llama-3.1-8B</c:v>
                </c:pt>
                <c:pt idx="7">
                  <c:v>Qwen1.5-14B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58.7</c:v>
                </c:pt>
                <c:pt idx="1">
                  <c:v>31.2</c:v>
                </c:pt>
                <c:pt idx="2">
                  <c:v>80.4</c:v>
                </c:pt>
                <c:pt idx="3">
                  <c:v>89.4</c:v>
                </c:pt>
                <c:pt idx="4">
                  <c:v>75.7</c:v>
                </c:pt>
                <c:pt idx="5">
                  <c:v>80.4</c:v>
                </c:pt>
                <c:pt idx="6">
                  <c:v>85.7</c:v>
                </c:pt>
                <c:pt idx="7">
                  <c:v>82.5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這篇是 Argonne 國家實驗室在 SC'25 的短論文，主題有兩個：一是用 HPC 規模的流程從大量科學論文自動生成選擇題基準，二是測試把大模型（GPT-4.1）的推理軌跡當作 RAG 的檢索來源，能否幫助 1.1B 到 14B 的小模型做領域適應。本報告為繁體中文版；同一資料夾內另有先前製作的簡體版與精讀版簡報。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作者的出發點是：科學知識成長很快，但主流 MCQA 基準多為靜態、偏通用知識，又容易被預訓練資料污染；人工建置領域題庫又貴又難更新。所以他們做兩件事：第一，建一條從 PDF 到評測的全自動流程，每題都能追溯到原始論文；第二，研究小模型的領域適應：與其檢索原文片段，不如檢索大模型解題時的推理過程，看看哪個對小模型更有幫助。為了避免只在自己生成的題目上自說自話，另外用專家撰寫的 2023 ASTRO 放射與癌症生物學考題做驗證。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這張流程圖要注意的是：同一批語料產生三樣東西。第一是題庫本身；第二是原文 chunk 的向量資料庫，用於 RAG-Chunks；第三是 GPT-4.1 解題時的推理軌跡，另外建一個向量資料庫，用於 RAG-Traces。解析用的是作者團隊先前的 AdaParse，透過 Parsl 在 Argonne 的超級電腦上平行化。評測時由一個 LLM judge 判分。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數字整理：透過 Semantic Scholar API 以放射與癌症生物學關鍵字下載 14,115 篇全文和 8,433 篇摘要。PubMedBERT 語意分塊得到 173,318 個 chunk；每個 chunk 都餵給 GPT-4.1 出一題 7 選項題，所以候選題也是 173,318 題。GPT-4.1 會先摘要擴寫 chunk 再出題，並要求題目不能引用『根據本文』之類的字眼，確保題目可以獨立作答。第二個 prompt 以 1–10 分評估清晰度、正確性、干擾選項合理性、教育價值，門檻 7 分，最後留下 16,680 題，通過率約 9.6%。小細節：貢獻段寫 16,679，其他地方都是 16,680。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每一題都存成 JSON。重點是 provenance：每題都能追溯到原始 chunk 和 PDF 檔案路徑；以及品質檢查的紀錄，日後可以用不同門檻重新篩選。這是作者強調和 SciQ、GPQA、MMLU 等既有基準不同之處：題目有出處、可重現、可依新文獻持續擴充。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推理軌跡的做法：讓 GPT-4.1 回答全部 16,680 題，但要求不能寫出最終答案，避免小模型直接抄答案。同時產生三種模式：Detailed 逐一分析選項、Focused 先講核心原理再用排除法、Efficient 是精簡版。三種各自存成一個 FAISS 向量庫。要注意：雖然去掉了最終答案，但推理軌跡本身很可能已經強烈暗示答案，例如排除法排除了三個選項。這一點後面會再討論。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評測 8 個小型到中型開源模型，1.1B 到 14B。選這個範圍的理由：研究小模型的領域適應、未來要做持續預訓練、以及硬體門檻低、容易重現。注意 OLMo-7B 和 TinyLlama 只有 2K context，Mistral 是 4K，檢索內容放不放得下會影響結果。三種條件：不檢索、檢索原文片段、檢索推理軌跡。兩個測驗：自動生成的 16,680 題，以及專家撰寫的 2023 ASTRO 考題，去掉 2 題需要看圖的題目後為 335 題；再用 GPT-5 分類出 189 題不需要數學計算的子集。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合成題庫的結果。灰色是不檢索，淺藍是檢索原文片段，橘色是三種推理軌跡模式中最好的一種。8 個模型都是推理軌跡最好。TinyLlama 從 17.6% 到 43.4% 再到 71.0%，SmolLM3 從 47.1% 到 85.6%。最高分是 Llama-3.1-8B 的 91.6% 與 Qwen1.5-14B 的 91.4%。要提醒的是：題目是 GPT-4.1 出的，推理軌跡也是 GPT-4.1 寫的，而且是針對同一題寫的推理，所以在合成題庫上效果好是可以預期的，真正的外部驗證要看接下來的 ASTRO 考題。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Table 2 完整版，標色是每個模型的最佳設定。三種推理模式的差距大多在 1–3 分內。Efficient 有 4 個模型最佳、Focused 3 個、Detailed 1 個（TinyLlama）。作者推測 Detailed 有時較差是因為過度展開帶入雜訊。我注意到一個例外：TinyLlama 用 Efficient 只有 58.1%，比 Detailed 的 71.0% 低很多；論文正文寫 TinyLlama『依模式在 71%–71.5%』，與表格不一致，這裡以表格為準。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外部驗證：2023 ASTRO 考題，全部 335 題。推理軌跡在 6 個模型上最好，例如 SmolLM3 從 37.7% 到 77.2%。但有兩個重要例外，論文文字沒有充分反映：Llama-3-8B 用推理軌跡只有 54.2%，比不檢索的 66.5% 還低（Figure 5 標示為 −18.5%）；Llama-3.1-8B 則是原文片段 70.4% 比推理軌跡 68.6% 好。所以引言中『推理軌跡在所有模型上都最佳』的說法，在全部 ASTRO 題目上並不成立。另外 OLMo-7B 用原文片段反而大幅下降，可能和它只有 2K context 有關，論文沒有分析。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排除需要數學計算的題目後，8 個模型都是推理軌跡最好，且增益比全題集更大。SmolLM3 從 46.6% 到 89.4%，相對提升約 92%。Llama-3-8B 在這個子集上也恢復為推理軌跡最好（80.4%），所以全題集上的退步主要來自數學題。TinyLlama 雖然翻倍，但 31.2% 只比四選一隨機猜測的 25% 高一些。作者的結論是推理軌跡在知識密集、不需數值計算的題目上最有價值。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這頁是我自己的整理，論文沒有獨立的限制段落。第一，同源偏誤：題目、品質評分、推理軌跡都是 GPT-4.1，推理軌跡又是針對同一題寫的，所以合成題庫上的提升某種程度上是在測『抄 GPT-4.1 的解題過程』。第二，洩題：雖然去掉了最終答案，但 Focused 模式本身就是排除法，可能已經間接指出答案。第三，ASTRO 全題集上的例外沒有被分析。第四，幾個文字和表格不一致的地方，以及『超越 GPT-4』的說法沒有在論文中列出 GPT-4 的分數，只引用了參考文獻。後續工作：在 Aurora 超級電腦上擴展到 bioRxiv、arXiv，並嘗試用推理軌跡預訓練。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總結：這篇提供一條可擴展、可追溯的科學題庫生成流程，以及一個有意思的 RAG 發現：檢索大模型的推理過程，在知識型題目上普遍比檢索原文更有效，小模型受益最大。但邊界也很清楚：含數學題時有例外；而且合成題庫上的結果受同源偏誤影響。對我們做 RAG 的啟示是：檢索來源不一定要是原文，也可以是預先整理好的推理或摘要，但要評估它帶入的偏誤，最好用獨立的外部測驗驗證。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RAG · 科學 QA 基準與小模型領域適應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自動化科學 MCQA 基準生成，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並以推理軌跡檢索提升小模型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從 22,548 篇放射與癌症生物學文獻自動生成 16,680 題，比較原文片段與 GPT-4.1 推理軌跡兩種 RAG 來源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Ozan Gokdemir, Neil Getty, Robert Underwood, Sandeep Madireddy, Franck Cappello, Arvind Ramanathan, Ian T. Foster, Rick L. Stevens｜Argonne National Laboratory、University of Chicago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SC'25（St. Louis）· arXiv:2509.10744v1 · 程式：github.com/ramanathanlab/distllm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靜態基準跟不上科學文獻的成長，人工建置領域題庫又太昂貴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08760"/>
            <a:ext cx="630936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既有 MCQA 基準的問題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630936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ARC、GPQA、SciQA、PaperQA、MMLU 多為靜態題庫，更新慢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偏重通用知識，缺乏特定科學領域的深度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容易被預訓練語料污染，評測失真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人工建置領域題庫昂貴、難以更新與重現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508760"/>
            <a:ext cx="4236415" cy="3840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36877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本文的兩個目標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3687775" cy="2926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1. 可擴展的題庫生成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：從 PDF 到評測全自動，保留每題的文獻出處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2. 小模型領域適應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：以大模型的推理軌跡作為檢索來源，取代或補充原文片段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案例領域為放射與癌症生物學，並以專家撰寫的 2023 ASTRO 考題檢驗外部效度。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§1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方法總覽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整體流程：同一批語料同時產生題庫、原文向量庫與推理軌跡向量庫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223760" cy="4063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62397"/>
            <a:ext cx="722376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1：Workflow overview。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38160" y="1463040"/>
            <a:ext cx="0" cy="384048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321040" y="1417320"/>
            <a:ext cx="3322015" cy="4114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解析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：AdaParse 分散式解析 PDF，Parsl 排程於 ALCF 超級電腦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分塊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：PubMedBERT 語意分塊，同時編碼為 Chunk 向量庫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出題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：GPT-4.1 依每個 chunk 出題並自評品質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推理軌跡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：GPT-4.1 解題但不給最終答案，另存一個向量庫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評測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：SLM 在三種檢索條件下作答，由 LLM judge 評分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Figure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題庫建置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17 萬個候選題經品質門檻過濾，留下 16,680 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54480"/>
            <a:ext cx="1926275" cy="21031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834835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22,548 份文獻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743395" cy="13258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14,115 篇全文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+ 8,433 篇摘要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Semantic Scholar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4915" y="228600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0675" y="1554480"/>
            <a:ext cx="1926275" cy="2103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6395" y="1691640"/>
            <a:ext cx="1834835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173,318 個 chunk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5" y="2286000"/>
            <a:ext cx="1743395" cy="13258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AdaParse 解析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PubMedBERT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語意分塊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6950" y="228600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2710" y="1554480"/>
            <a:ext cx="1926275" cy="2103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8430" y="1691640"/>
            <a:ext cx="1834835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173,318 個候選題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4150" y="2286000"/>
            <a:ext cx="1743395" cy="13258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GPT-4.1 先摘要擴寫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再出 7 選項題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不得引用原文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985" y="228600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745" y="1554480"/>
            <a:ext cx="1926275" cy="2103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465" y="1691640"/>
            <a:ext cx="1834835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品質評分 1–10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185" y="2286000"/>
            <a:ext cx="1743395" cy="13258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清晰度、正確性、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干擾選項合理性、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教育價值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1020" y="228600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16780" y="1554480"/>
            <a:ext cx="1926275" cy="21031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2500" y="1691640"/>
            <a:ext cx="1834835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16,680 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8220" y="2286000"/>
            <a:ext cx="1743395" cy="13258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門檻 ≥ 7/10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保留 chunk_id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與檔案路徑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1094415" cy="10972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候選題通過率約 9.6%（16,680 / 173,318）；出題與品質評分都由 GPT-4.1 完成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論文貢獻段寫 16,679 題，正文與實驗皆為 16,680 題，相差 1 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每題保留來源 chunk 與 PDF 路徑，題庫可追溯、可篩選、可隨新文獻擴充。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§2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題目資料結構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每題以 JSON 保存出處與品質檢查紀錄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2_mcqa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64404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22392"/>
            <a:ext cx="3644042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2：MCQA JSON schema。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9882" y="1417320"/>
            <a:ext cx="6993172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欄位設計的用途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9882" y="1965960"/>
            <a:ext cx="6993172" cy="34747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question / answer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：含情境、題幹與編號選項；answer 為正解的重述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text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：出題所依據的原始 chunk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chunk_id / path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：來源 chunk 編號與 PDF 路徑，可回溯到論文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cleaning_metadata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：relevance 與 quality 檢查的分數與理由，可依門檻重新篩選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出處欄位讓題庫可以依子領域或文獻來源切分，也方便檢查錯題來自哪段原文。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Figure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推理軌跡蒸餾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推理軌跡：讓 GPT-4.1 解題但不寫出答案，產生三種詳略模式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_reasoning_trac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44416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42432"/>
            <a:ext cx="344416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3：Reasoning-trace JSON schema。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04280" y="1417320"/>
          <a:ext cx="723877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577573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模式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Detailed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逐一分析每個選項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Focused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核心原理 + 排除法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Efficient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精簡的高層推理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04280" y="3520439"/>
            <a:ext cx="7238774" cy="2011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對全部 16,680 題生成，刻意排除最終答案以免洩題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三種模式各存成獨立的 FAISS 向量庫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原文 chunk 另以 PubMedBERT FP16 嵌入存入 FAISS（747MB）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§2、Figure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實驗設計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評測設定：8 個 1.1B–14B 開源模型 × 三種檢索條件 × 兩個測驗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5852160" cy="3538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/>
                <a:gridCol w="914400"/>
                <a:gridCol w="914400"/>
                <a:gridCol w="137160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參數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年份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Context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OLMo-7B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2,048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TinyLlama-1.1B-Chat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1.1B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2,048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Gemma 3 4B-IT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128,000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SmolLM3-3B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32,768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Mistral-7B-Instruct-v0.3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4,096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Llama-3-8B-Instruct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8,192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Llama-3.1-8B-Instruct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32,768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Qwen-1.5-14B-Chat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14B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32,768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463040"/>
            <a:ext cx="478505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三種條件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78505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Baseline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：直接作答，不檢索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RAG-Chunks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：檢索原文語意片段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RAG-RT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：檢索 GPT-4.1 推理軌跡（三種模式）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520439"/>
            <a:ext cx="478505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兩個測驗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977639"/>
            <a:ext cx="478505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合成題庫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：16,680 題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2023 ASTRO 考題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：337 題去除 2 題圖像題 = 335 題；另以 GPT-5 篩出 189 題非數學題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Table 1、§2.1–2.2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1：合成題庫（16,680 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合成題庫：推理軌跡檢索在 8 個模型上都是最佳設定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81381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9006840" y="1463040"/>
            <a:ext cx="0" cy="393192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89719" y="1417320"/>
            <a:ext cx="2453335" cy="4206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TinyLlama-1.1B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：17.6% → 43.4%（Chunks）→ 71.0%（RT）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SmolLM3-3B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：47.1% → 85.6%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最高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：Llama-3.1-8B 91.6%、Qwen1.5-14B 91.4%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越小的模型增益越大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；基線高的模型增益較小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Table 2（準確率 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1 補充：推理模式比較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三種推理模式差異不大；Focused 與 Efficient 常為最佳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786384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/>
                <a:gridCol w="1143000"/>
                <a:gridCol w="1234440"/>
                <a:gridCol w="1188720"/>
                <a:gridCol w="118872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RAG-Chunks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RT-Detailed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RT-Focused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RT-Efficient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OLMo-7B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44.3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73.6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TinyLlama-1.1B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17.6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43.4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71.0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69.9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58.1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Gemma-3-4B-IT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83.7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87.8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SmolLM3-3B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47.1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80.3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85.4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85.6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Mistral-7B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83.9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88.6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88.9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88.2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Llama-3-8B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83.0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86.4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87.5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89.2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89.7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Llama-3.1-8B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91.6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Qwen1.5-14B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85.3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90.8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91.4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778240" y="1508760"/>
            <a:ext cx="0" cy="347472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961119" y="1463040"/>
            <a:ext cx="2681935" cy="3749039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最佳模式：Detailed 1 個、Focused 3 個、Efficient 4 個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作者推測 Detailed 偶爾較差，可能因過度展開帶入雜訊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例外：TinyLlama 用 Efficient 只有 58.1%，比 Detailed 低 12.9 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精簡的推理軌跡已足夠；對 2K context 的小模型，模式選擇的影響較大。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Table 2（準確率 %；標色為各列最佳）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2：專家考題（全部題目）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ASTRO 全部 335 題：推理軌跡在 6 個模型最佳，兩個 Llama 則是原文檢索較好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81381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9006840" y="1463040"/>
            <a:ext cx="0" cy="393192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89719" y="1417320"/>
            <a:ext cx="2453335" cy="4206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SmolLM3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：37.7% → 77.2%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B23A3A"/>
                </a:solidFill>
                <a:latin typeface="Calibri"/>
                <a:ea typeface="Microsoft JhengHei"/>
                <a:cs typeface="Microsoft JhengHei"/>
              </a:rPr>
              <a:t>Llama-3-8B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：RT 54.2% 低於 Baseline 66.5%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B23A3A"/>
                </a:solidFill>
                <a:latin typeface="Calibri"/>
                <a:ea typeface="Microsoft JhengHei"/>
                <a:cs typeface="Microsoft JhengHei"/>
              </a:rPr>
              <a:t>Llama-3.1-8B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：Chunks 70.4% 高於 RT 68.6%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OLMo-7B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：Chunks 反而從 44.6% 降到 26.9%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Table 3（準確率 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3：專家考題（非數學子集）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ASTRO 非數學題（189 題）：8 個模型全部以推理軌跡最佳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81381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9006840" y="1463040"/>
            <a:ext cx="0" cy="393192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89719" y="1417320"/>
            <a:ext cx="2453335" cy="4206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SmolLM3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：46.6% → 89.4%（相對 +92%）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Gemma-3-4B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：54.0% → 80.4%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Qwen1.5-14B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：66.7% → 82.5%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TinyLlama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：13.8% → 31.2%，僅比四選一隨機猜測（25%）高約 6 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91616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7959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推理軌跡的優勢集中在不需數值計算、以知識為主的題目。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Table 4（準確率 %；非數學子集由 GPT-5 分類）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討論與限制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解讀時需注意：資料同源、例外未討論、文字與表格有出入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08760"/>
            <a:ext cx="21945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同源偏誤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8084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合成題目、品質評分與推理軌跡都出自 GPT-4.1，且推理軌跡針對同一題撰寫；合成題庫上的增益可能偏高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77440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2514600"/>
            <a:ext cx="21945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洩題風險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14600"/>
            <a:ext cx="88084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推理軌跡雖去除最終答案，但排除法等內容可能已間接指出正解，論文未量化此影響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383280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3520440"/>
            <a:ext cx="21945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例外未分析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520440"/>
            <a:ext cx="88084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ASTRO 全題集上 Llama-3-8B 用 RT 低於 Baseline、OLMo 用 Chunks 大幅下降，未說明原因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389120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4526280"/>
            <a:ext cx="21945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數字出入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526280"/>
            <a:ext cx="88084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16,679 vs. 16,680 題；TinyLlama 文字 71–71.5% vs. 表格 58.1–71.0%；「超越 GPT-4」未列出 GPT-4 分數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後續｜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作者規劃在 Aurora 上擴展到 bioRxiv、arXiv 規模，並嘗試以推理軌跡預訓練模型。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 · 報告者整理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可擴展的科學題庫流程，加上推理軌跡作為小模型的檢索來源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PDF 解析 → 語意分塊 → GPT-4.1 出題與自評 → 推理軌跡，全程保留出處，可在 HPC 上擴展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0487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256032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資源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放射與癌症生物學 16,680 題，來自 22,548 份文獻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41071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356616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發現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56616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合成題庫與 ASTRO 非數學題上，推理軌跡檢索對 8 個模型都優於原文檢索；小模型受益最大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4165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457200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邊界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7200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ASTRO 含數學題時，兩個 Llama 模型例外；需數值計算的題目不適合只靠檢索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討論｜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對 RAG 系統的啟示：檢索「已整理過的推理」可能比檢索原文更有效，但需留意來源模型的偏誤。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Gokdemir et al. · Automated MCQA Benchmarking at Scale · SC'25 · arXiv:2509.10744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