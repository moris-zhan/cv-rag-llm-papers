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Sheet1!$A$2:$A$7</c:f>
              <c:strCache>
                <c:ptCount val="6"/>
                <c:pt idx="0">
                  <c:v>Mistral</c:v>
                </c:pt>
                <c:pt idx="1">
                  <c:v>Haiku</c:v>
                </c:pt>
                <c:pt idx="2">
                  <c:v>BM25</c:v>
                </c:pt>
                <c:pt idx="3">
                  <c:v>DPR</c:v>
                </c:pt>
                <c:pt idx="4">
                  <c:v>DSI</c:v>
                </c:pt>
                <c:pt idx="5">
                  <c:v>STAIR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13.8</c:v>
                </c:pt>
                <c:pt idx="1">
                  <c:v>45.6</c:v>
                </c:pt>
                <c:pt idx="2">
                  <c:v>59.5</c:v>
                </c:pt>
                <c:pt idx="3">
                  <c:v>68.7</c:v>
                </c:pt>
                <c:pt idx="4">
                  <c:v>76.9</c:v>
                </c:pt>
                <c:pt idx="5">
                  <c:v>82.6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Recall@3</c:v>
                </c:pt>
              </c:strCache>
            </c:strRef>
          </c:tx>
          <c:spPr>
            <a:solidFill>
              <a:srgbClr val="7A9EB1"/>
            </a:solidFill>
          </c:spPr>
          <c:cat>
            <c:strRef>
              <c:f>Sheet1!$A$2:$A$7</c:f>
              <c:strCache>
                <c:ptCount val="6"/>
                <c:pt idx="0">
                  <c:v>Mistral</c:v>
                </c:pt>
                <c:pt idx="1">
                  <c:v>Haiku</c:v>
                </c:pt>
                <c:pt idx="2">
                  <c:v>BM25</c:v>
                </c:pt>
                <c:pt idx="3">
                  <c:v>DPR</c:v>
                </c:pt>
                <c:pt idx="4">
                  <c:v>DSI</c:v>
                </c:pt>
                <c:pt idx="5">
                  <c:v>STAIR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16.4</c:v>
                </c:pt>
                <c:pt idx="1">
                  <c:v>64.1</c:v>
                </c:pt>
                <c:pt idx="2">
                  <c:v>77.6</c:v>
                </c:pt>
                <c:pt idx="3">
                  <c:v>85.4</c:v>
                </c:pt>
                <c:pt idx="4">
                  <c:v>85.3</c:v>
                </c:pt>
                <c:pt idx="5">
                  <c:v>90.8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nDCG@3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Sheet1!$A$2:$A$7</c:f>
              <c:strCache>
                <c:ptCount val="6"/>
                <c:pt idx="0">
                  <c:v>Mistral</c:v>
                </c:pt>
                <c:pt idx="1">
                  <c:v>Haiku</c:v>
                </c:pt>
                <c:pt idx="2">
                  <c:v>BM25</c:v>
                </c:pt>
                <c:pt idx="3">
                  <c:v>DPR</c:v>
                </c:pt>
                <c:pt idx="4">
                  <c:v>DSI</c:v>
                </c:pt>
                <c:pt idx="5">
                  <c:v>STAIR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15.4</c:v>
                </c:pt>
                <c:pt idx="1">
                  <c:v>56.4</c:v>
                </c:pt>
                <c:pt idx="2">
                  <c:v>70.1</c:v>
                </c:pt>
                <c:pt idx="3">
                  <c:v>78.6</c:v>
                </c:pt>
                <c:pt idx="4">
                  <c:v>81.9</c:v>
                </c:pt>
                <c:pt idx="5">
                  <c:v>87.5</c:v>
                </c:pt>
              </c:numCache>
            </c:numRef>
          </c:val>
        </c:ser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STAIR 來自 IBM 團隊。核心想法很直觀：人在一本厚書裡找答案時，會先看目錄、縮小到某一節，再去讀內容。作者把這個過程交給 LLM：輸入問題與整本書的目錄，讓模型直接生成應該去讀的章節標題。同時釋出 SearchTome 這個以目錄為基礎的檢索基準。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作者的論點：LLM 的 context 越來越長，但仍有 lost in the middle 問題，所以精準檢索還是必要。現行檢索器多半依長度切塊，這會丟掉文件的章節結構，切出的片段語意不完整，彼此之間也會互相競爭。相反地，目錄的每一個條目本來就圍繞一個主題，條目之間邊界清楚，是很自然的檢索單位。另一個前提來自 DSI 這類工作：LLM 可以把整個語料記在參數裡，直接生成文件 ID。STAIR 把這兩件事結合起來。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的例子：問題是『什麼是相對多數投票制』。人會先看目錄，判斷應該在『民主與民主化』這一章，往下是『民主制度中的機構』這一節，再往下是『選舉制度與政黨』這一小節，打開就看到定義。整個過程不需要讀完整本書，只需要讀目錄。STAIR 就是要讓 LLM 學會這個行為。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SearchTome 從 open textbooks 選了 6 個領域，每個領域 3 本書，共 18 本。用 PyMuPDF 解析 PDF、擷取目錄，並把每個目錄條目對應到該節的內文。問題由 Mixtral 8x7B 針對每個段落生成，每個問題的黃金答案就是它所屬的目錄葉節點。表格是我把 Table 1 依領域加總的結果，全部 18 本書合計 12,475 頁、2,880 個葉節點、103,249 道測試題。注意 Test 比 Train 多，作者刻意保留大部分問題作為測試。另外，Education 領域包含《Open Music Theory》、Social Sciences 包含《Foundations of Aural Skills》，分類方式依原文。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形式化定義：目錄是一棵樹，父節點是被細分的章節，葉節點是不再細分的最小條目。目標是找出內容能回答問題的那個葉節點。STAIR 同時學兩件事：一是把書的內容記進參數，這點和 DSI 一樣，但 STAIR 用章節標題當作鍵，語意比文件 ID 強；二是學會從輸入的完整目錄中挑出正確的葉節點。作者強調，STAIR 和 DSI 的輸入唯一差別就是有沒有目錄，所以兩者的差距可以歸因於目錄。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 是三階段流程。第一階段用書的內容合成問答資料；第二階段把問題和整份目錄一起輸入，微調模型輸出正確的葉節點；第三階段推論時使用受限生成，輸出只能是合法的葉節點標題。右邊是訓練設定：STAIR 和 DSI 都是用 Mistral-7B-Instruct v0.2 加 LoRA 微調。STAIR 的輸入長度上限是 14k tokens，因為要放入整份目錄；DSI 只要 512。這也代表目錄太大的文件可能放不進 STAIR 的輸入。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4 的平均：STAIR 的 Recall@1 是 82.6%，DSI 76.9%，DPR（NV-Embed-v2）68.7%，BM25 59.5%，未微調的 Mistral 只有 13.8%。右表是各領域 Recall@1，STAIR 在六個領域都最高。要注意兩點：第一，論文說 STAIR 比 DSI 好 7.4%，這是相對提升（82.6 / 76.9），絕對差距是 5.7 個百分點。第二，Table 4 有一列 Haiku（Claude Haiku 4.5），平均 45.6%，但正文的 baseline 段落沒有說明它的使用方式。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比較基準：未微調的 Mistral 用 beam search 生成；BM25 用 Elastic Search，葉節點當文件 ID；DPR 用 NV-Embed-v2，同樣是 Mistral-7B 基底；DSI 是微調 Mistral 直接生成章節但不給目錄。STAIR、DSI、DPR 都建立在 Mistral 上，所以差異主要來自訓練方式與輸入。顯著性：用 Smucker 2007 的隨機化檢定，以領域為單位，6 個領域的 p 值都低於 0.05。未微調的 Mistral 只有 13.8%，比 BM25 還差很多，代表光靠預訓練知識不夠，必須學習任務並吸收書本內容。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作者把幻覺定義為生成了不是葉節點的標題，也就是無效的文件 ID。左圖：DSI 在訓練樣本少的葉節點上幻覺率明顯上升，STAIR 幾乎維持在 0。右圖：訓練樣本少的葉節點，STAIR 和 DSI 的 Recall@1 差距最大；樣本變多時差距縮小，但 STAIR 仍然較高。作者的解釋是 DSI 必須自己記住書的結構，樣本少的章節容易被忽略；STAIR 的結構就在輸入裡，不需要記。下表的錯誤率來自 §8：Mistral 錯誤率 86.20%，DSI 24.31%，STAIR 18.67%；STAIR 只有 0.05% 的預測是非葉節點。注意 Mistral 那列的 26.81% 是指錯誤中的比例，與其他兩列的分母不同。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Table 3 的第一個例子。正確答案是 2.2.3 主動對內疚（學齡前）。未微調的 Mistral 其實有猜到正確章節，但它一次輸出好幾個，因為沒學過只能選一個。BM25 被關鍵字誤導選了道德發展；DPR 選了自主對羞愧（幼兒期），語意接近但年齡層錯；DSI 更有意思，它生成了『自主對羞愧（學齡前）』，把兩個標題拼在一起，目錄中根本沒有這一節。只有 STAIR 選對。這個例子同時說明了關鍵字匹配、語意匹配和無目錄生成式檢索各自的失敗方式。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結論：把目錄放進模型輸入，讓生成式檢索的 Recall@1 比 DSI 高 5.7 個百分點，而且幾乎不會生成不存在的章節。限制方面，作者只承認一點：評估只用已有目錄的語料，未來要在沒有目錄的資料上人工建立結構，以及在企業級大型資料上測試。我補充三點：一是每本書都要單獨微調，而且整份目錄必須放進 14k tokens，大型文件或企業網站可能不適用；二是問題由 Mixtral 合成，和真實使用者查詢可能有落差；三是 Table 4 的 Haiku 基準在正文沒有說明。討論：RAPTOR 也利用階層結構，但它是用稠密檢索自動建樹；STAIR 則利用現成的目錄。兩者能否結合？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RAG · 結構感知檢索（ToC-based Retrieval）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STAIR：讓 LLM 透過目錄（ToC）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檢索長文件，並建立 SearchTome 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以目錄葉節點作為檢索單位，模型直接生成章節標題；Recall@1 82.6%，幾乎不產生無效章節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Vineet Kumar, Meghanadh Pulivarthi, Vishwajeet Kumar, Jaydeep Sen, Riyaz Ahmad Bhat, Sachindra Joshi｜IBM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arXiv:2609.03874v1（2026）· 資料與程式：論文提供匿名連結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以長度切塊會丟掉文件的整體結構，而目錄本身就是天然的檢索單位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08760"/>
            <a:ext cx="585216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現行做法的問題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85216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LLM 雖能處理長 context，仍有「lost in the middle」問題，精準檢索依然重要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依長度切塊會丟掉章節結構，切出的片段語意不完整、彼此競爭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既有長文件基準多半沒有目錄或黃金段落，無法評估結構化檢索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508760"/>
            <a:ext cx="4693615" cy="3840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59" y="1691640"/>
            <a:ext cx="41449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目錄條目的優點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9" y="2286000"/>
            <a:ext cx="4144975" cy="2926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每個條目圍繞單一主題，內容語意連貫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條目之間有清楚的語意邊界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教科書、Wikipedia、企業說明文件、技術報告都已具備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作者假設：讓 LLM 看見整體結構，它能更準確地把知識存進參數並取回。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§1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動機範例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人類找答案的方式：先看目錄，鎖定到第 4.2.3 節，不必讀完整本書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to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743" y="1371600"/>
            <a:ext cx="793820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76672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1：以《Introduction to Comparative Government and Politics》回答「What is the plurality voting system?」。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91616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7959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逐層縮小：Democracies and Democratization → Institutions within Democracy → Electoral Systems。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Figure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資源：SearchTome 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SearchTome：6 個領域、18 本開放教科書，以目錄葉節點作為黃金答案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7406640" cy="336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685800"/>
                <a:gridCol w="914400"/>
                <a:gridCol w="914400"/>
                <a:gridCol w="1051560"/>
                <a:gridCol w="1005840"/>
                <a:gridCol w="10972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領域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書數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頁數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葉節點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Dev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2,258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9,346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3,548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15,326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Finance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1,967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285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9,834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3,963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16,415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Law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2,248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16,824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6,578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27,472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Medicine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2,585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313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10,560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4,178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17,346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Natural Sciences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1,941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9,364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3,705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15,719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Social Sciences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1,476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485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6,530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2,530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10,971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12,475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2,880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62,458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24,502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103,249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412480" y="1508760"/>
            <a:ext cx="0" cy="310896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595359" y="1463040"/>
            <a:ext cx="3047695" cy="34747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書籍取自 open textbooks，以 PyMuPDF 解析 PDF 並擷取目錄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每段落由 Mixtral 8x7B 生成多個問題，標註對應的目錄葉節點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多數問題保留為測試集，以檢驗對內容的覆蓋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作者稱這是第一個提供乾淨目錄結構、可評估結構化長文件檢索的基準。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§3、Table 1（依領域加總）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問題設定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任務定義：給定問題與整份目錄，生成能回答問題的葉節點標題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11094415" cy="1143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10545775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輸入：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提示 + 問題 q + 整本書的目錄 ToC_D（所有條目及其層級）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輸出：</a:t>
            </a: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葉節點 T_l ∈ LN_D，即沒有子章節的最細條目；其內容可回答 q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1800"/>
            <a:ext cx="5318607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3108960"/>
            <a:ext cx="5318607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學習 1：語料知識吸收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5318607" cy="1645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以「問題 → 章節標題」的訓練資料，把書的內容記進模型參數。與 DSI 不同，記憶的鍵是有語意的章節標題，而非文件 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24447" y="2971800"/>
            <a:ext cx="5318608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324447" y="3108960"/>
            <a:ext cx="5318607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學習 2：從目錄中選擇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657600"/>
            <a:ext cx="5318607" cy="1645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目錄就在輸入中，模型只需學會從完整結構中挑出最相關的葉節點，不必自己記住整本書的結構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 DSI 的唯一差別：STAIR 在輸入中提供整份目錄，DSI 必須從訓練資料間接學出書的結構。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§4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STAIR 流程與訓練設定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三階段流程：合成問答資料、以目錄增強輸入微調、限制解碼只輸出有效葉節點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360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9200"/>
            <a:ext cx="69494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2：Stage 1 準備合成問答、Stage 2 微調、Stage 3 以受限生成推論。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09559" y="1417320"/>
          <a:ext cx="3733495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/>
                <a:gridCol w="2590495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值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基底模型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Mistral-7B-Instruct v0.2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微調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LoRA r=16、α=32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訓練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最多 200 epochs，dev R@1 早停（耐心 20）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輸入長度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STAIR 14k tokens／DSI 512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輸出長度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64 tokens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推論時把輸出詞彙限制在合法的葉節點標題，從機制上避免生成不存在的章節。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§4–5、Figure 2、Table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平均 Recall@1：STAIR 82.6% 高於 DSI 76.9%、DPR 68.7%、BM25 59.5%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035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371600"/>
            <a:ext cx="46936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各領域 Recall@1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783080"/>
          <a:ext cx="4693614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8680"/>
                <a:gridCol w="637489"/>
                <a:gridCol w="637489"/>
                <a:gridCol w="637489"/>
                <a:gridCol w="637489"/>
                <a:gridCol w="637489"/>
                <a:gridCol w="63748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Education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Finance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Law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Med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NatSci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SocSci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BM25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62.8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DPR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69.6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63.0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DSI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76.2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78.1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76.2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75.4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STAIR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83.3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80.8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86.1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80.6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81.8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3886200"/>
            <a:ext cx="469361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STAIR 在 6 個領域都是最高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 DSI 的差距：Education +7.1、Law +7.5，Medicine 最小 +4.0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Table 4（Haiku = Claude Haiku 4.5）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比較基準與顯著性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同為 Mistral 基底，STAIR 與 DSI 的差距在 6 個領域皆顯著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94944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402336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做法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平均 R@1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Mistral（未微調）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Beam search 生成 Top-K 章節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BM25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Elastic Search 8.11.2，葉節點作為文件 ID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DPR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NV-Embed-v2（Mistral-7B 基底）直接使用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DSI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微調 Mistral，直接生成章節（不給目錄）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76.9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STAIR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微調 Mistral，輸入含整份目錄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955279" y="1463040"/>
            <a:ext cx="3687775" cy="31089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600200"/>
            <a:ext cx="323057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顯著性檢定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057400"/>
            <a:ext cx="3230575" cy="24688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Smucker et al. (2007) 的檢索系統隨機化檢定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以領域為單位（合併同領域 3 本書），p &lt; 0.05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6 個領域皆拒絕虛無假設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Mistral 未微調時遠低於 BM25：模型必須同時學會「選章節」這個任務與吸收書本內容。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§5.1、§6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消融分析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目錄讓模型幾乎不生成無效章節，且在訓練樣本少的章節優勢最大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hallu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55" y="1371600"/>
            <a:ext cx="3961576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99432"/>
            <a:ext cx="5318607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3：訓練樣本越少，DSI 的幻覺率越高。</a:t>
            </a:r>
          </a:p>
        </p:txBody>
      </p:sp>
      <p:pic>
        <p:nvPicPr>
          <p:cNvPr id="7" name="Picture 6" descr="fig4_recall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600" y="1371600"/>
            <a:ext cx="4292301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447" y="4599432"/>
            <a:ext cx="5318607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4：各葉節點的 Recall@1；樣本少時 STAIR 仍維持高準確率。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937760"/>
          <a:ext cx="11094415" cy="131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1280160"/>
                <a:gridCol w="2011680"/>
                <a:gridCol w="569945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錯誤率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預測為非葉節點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Mistral（未微調）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86.20%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錯誤中 26.81%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另有 23.86% 錯誤為幻覺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DSI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24.31%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3.25%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知識吸收降低錯誤，但仍會生成不存在的標題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STAIR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18.67%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0.05%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幻覺率接近 0，與訓練樣本數無關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§7–8、Figure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錯誤分析範例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質性案例：只有 STAIR 找到「主動 vs. 內疚（學齡前）」這一節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463040"/>
            <a:ext cx="11094415" cy="6858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7215" cy="59436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問題：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照顧者與老師貶低學齡前兒童的自主行為時，孩子會有什麼反應？</a:t>
            </a:r>
            <a:r>
              <a:rPr sz="12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（《The Whole Child》）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11094415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/>
                <a:gridCol w="4754880"/>
                <a:gridCol w="505937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預測章節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錯誤原因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Mistral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8.3.3 Moral Development 等多個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猜得到方向，但不會只選一個（缺乏任務訓練）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BM25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8.3.2 Moral Development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關鍵字重疊最多，但主題錯誤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DPR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2.2.2 Autonomy vs. Shame/Doubt (Toddlerhood)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語意接近但年齡層錯誤，未針對語料訓練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DSI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2.2.2 Autonomy vs. Shame/Doubt (Preschool Years)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幻覺：目錄中不存在這個標題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STAIR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2.2.3 Initiative vs. Guilt (Preschool Years)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正確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DSI 把「Autonomy」與「Preschool」拼成不存在的標題，正是 Figure 3 幻覺問題的具體例子。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Table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限制與結論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目錄式檢索有效，但前提是文件已有結構，且整份目錄放得進輸入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平均 Recall@1 82.6%，6 個領域皆顯著優於 DSI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非葉節點預測僅 0.05%，訓練樣本少的章節也能找到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釋出 SearchTome：18 本書、6 個領域、train／dev／test 切分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1463040"/>
            <a:ext cx="50593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50593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只評估已有目錄的語料（作者自述）；動態建立目錄留待未來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每本書都要單獨微調，整份目錄需放入 14k tokens 的輸入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問題由 Mixtral 合成，非真實使用者查詢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Haiku 基準未在正文說明使用方式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討論｜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 RAPTOR 對照：兩者都利用階層結構，RAPTOR 以稠密檢索建樹，STAIR 把現成目錄放進模型輸入。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Kumar et al. · STAIR / SearchTome · arXiv:2609.03874v1 (2026) · Conclusion、Limitations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